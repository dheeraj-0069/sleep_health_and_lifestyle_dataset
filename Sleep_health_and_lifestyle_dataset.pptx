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2" r:id="rId15"/>
    <p:sldId id="267" r:id="rId16"/>
    <p:sldId id="268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7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F78E7C-8D3B-4915-B59E-18365B0D18A3}" type="doc">
      <dgm:prSet loTypeId="urn:microsoft.com/office/officeart/2008/layout/VerticalCurvedLis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6E9583-D388-45D1-AD92-372FFFAA8644}">
      <dgm:prSet/>
      <dgm:spPr/>
      <dgm:t>
        <a:bodyPr/>
        <a:lstStyle/>
        <a:p>
          <a:r>
            <a:rPr lang="en-US" dirty="0" smtClean="0"/>
            <a:t>Positive relationship observed.</a:t>
          </a:r>
          <a:endParaRPr lang="en-US" dirty="0"/>
        </a:p>
      </dgm:t>
    </dgm:pt>
    <dgm:pt modelId="{079D3F54-E83A-4FC2-B5C1-C6634F92E238}" type="parTrans" cxnId="{848E8973-77B8-4E8C-9FCC-03AEF28D100D}">
      <dgm:prSet/>
      <dgm:spPr/>
      <dgm:t>
        <a:bodyPr/>
        <a:lstStyle/>
        <a:p>
          <a:endParaRPr lang="en-US"/>
        </a:p>
      </dgm:t>
    </dgm:pt>
    <dgm:pt modelId="{EBEC7EEB-6920-4280-92AE-F8DF0188C500}" type="sibTrans" cxnId="{848E8973-77B8-4E8C-9FCC-03AEF28D100D}">
      <dgm:prSet/>
      <dgm:spPr/>
      <dgm:t>
        <a:bodyPr/>
        <a:lstStyle/>
        <a:p>
          <a:endParaRPr lang="en-US"/>
        </a:p>
      </dgm:t>
    </dgm:pt>
    <dgm:pt modelId="{BE061B17-8988-41ED-8168-6FA4B18615DC}">
      <dgm:prSet/>
      <dgm:spPr/>
      <dgm:t>
        <a:bodyPr/>
        <a:lstStyle/>
        <a:p>
          <a:r>
            <a:rPr lang="en-US" smtClean="0"/>
            <a:t>Participants sleeping 7–8 hours report better sleep quality.</a:t>
          </a:r>
          <a:endParaRPr lang="en-US"/>
        </a:p>
      </dgm:t>
    </dgm:pt>
    <dgm:pt modelId="{00D8380B-A2BE-4969-805B-301707E91D5B}" type="parTrans" cxnId="{6FB5C0EF-E9EA-4237-A785-5D005CF1D3AB}">
      <dgm:prSet/>
      <dgm:spPr/>
      <dgm:t>
        <a:bodyPr/>
        <a:lstStyle/>
        <a:p>
          <a:endParaRPr lang="en-US"/>
        </a:p>
      </dgm:t>
    </dgm:pt>
    <dgm:pt modelId="{749768F8-228B-4979-9E25-93C48133D646}" type="sibTrans" cxnId="{6FB5C0EF-E9EA-4237-A785-5D005CF1D3AB}">
      <dgm:prSet/>
      <dgm:spPr/>
      <dgm:t>
        <a:bodyPr/>
        <a:lstStyle/>
        <a:p>
          <a:endParaRPr lang="en-US"/>
        </a:p>
      </dgm:t>
    </dgm:pt>
    <dgm:pt modelId="{268500FC-5652-41E6-8121-0BF64A11F7D1}">
      <dgm:prSet/>
      <dgm:spPr/>
      <dgm:t>
        <a:bodyPr/>
        <a:lstStyle/>
        <a:p>
          <a:r>
            <a:rPr lang="en-US" dirty="0" smtClean="0"/>
            <a:t>Adequate sleep improves overall well-being</a:t>
          </a:r>
          <a:endParaRPr lang="en-US" dirty="0"/>
        </a:p>
      </dgm:t>
    </dgm:pt>
    <dgm:pt modelId="{434BF065-78D5-4DA2-A225-AEE1CE516FA7}" type="parTrans" cxnId="{4B21F40C-11C5-454A-BB0C-C98729503BCA}">
      <dgm:prSet/>
      <dgm:spPr/>
      <dgm:t>
        <a:bodyPr/>
        <a:lstStyle/>
        <a:p>
          <a:endParaRPr lang="en-US"/>
        </a:p>
      </dgm:t>
    </dgm:pt>
    <dgm:pt modelId="{DBE41409-22EC-41F9-A28F-72E9071E767D}" type="sibTrans" cxnId="{4B21F40C-11C5-454A-BB0C-C98729503BCA}">
      <dgm:prSet/>
      <dgm:spPr/>
      <dgm:t>
        <a:bodyPr/>
        <a:lstStyle/>
        <a:p>
          <a:endParaRPr lang="en-US"/>
        </a:p>
      </dgm:t>
    </dgm:pt>
    <dgm:pt modelId="{20AC997E-3FBF-47B9-B7FB-C46A8FC219D7}" type="pres">
      <dgm:prSet presAssocID="{41F78E7C-8D3B-4915-B59E-18365B0D18A3}" presName="Name0" presStyleCnt="0">
        <dgm:presLayoutVars>
          <dgm:chMax val="7"/>
          <dgm:chPref val="7"/>
          <dgm:dir/>
        </dgm:presLayoutVars>
      </dgm:prSet>
      <dgm:spPr/>
    </dgm:pt>
    <dgm:pt modelId="{2D4251B6-97B8-4D93-A858-3176B3F93DB5}" type="pres">
      <dgm:prSet presAssocID="{41F78E7C-8D3B-4915-B59E-18365B0D18A3}" presName="Name1" presStyleCnt="0"/>
      <dgm:spPr/>
    </dgm:pt>
    <dgm:pt modelId="{8C79A543-84CA-4E94-8D81-40172CAB25F6}" type="pres">
      <dgm:prSet presAssocID="{41F78E7C-8D3B-4915-B59E-18365B0D18A3}" presName="cycle" presStyleCnt="0"/>
      <dgm:spPr/>
    </dgm:pt>
    <dgm:pt modelId="{83745BB1-F0B3-4127-9801-A7F3BF4DDC2A}" type="pres">
      <dgm:prSet presAssocID="{41F78E7C-8D3B-4915-B59E-18365B0D18A3}" presName="srcNode" presStyleLbl="node1" presStyleIdx="0" presStyleCnt="3"/>
      <dgm:spPr/>
    </dgm:pt>
    <dgm:pt modelId="{FA9720E3-968F-4A24-AC96-8709014B659B}" type="pres">
      <dgm:prSet presAssocID="{41F78E7C-8D3B-4915-B59E-18365B0D18A3}" presName="conn" presStyleLbl="parChTrans1D2" presStyleIdx="0" presStyleCnt="1"/>
      <dgm:spPr/>
    </dgm:pt>
    <dgm:pt modelId="{41070E6B-0250-410C-9921-064911B5F1BD}" type="pres">
      <dgm:prSet presAssocID="{41F78E7C-8D3B-4915-B59E-18365B0D18A3}" presName="extraNode" presStyleLbl="node1" presStyleIdx="0" presStyleCnt="3"/>
      <dgm:spPr/>
    </dgm:pt>
    <dgm:pt modelId="{92C829A0-4282-4AAB-8531-0B234F2E43BD}" type="pres">
      <dgm:prSet presAssocID="{41F78E7C-8D3B-4915-B59E-18365B0D18A3}" presName="dstNode" presStyleLbl="node1" presStyleIdx="0" presStyleCnt="3"/>
      <dgm:spPr/>
    </dgm:pt>
    <dgm:pt modelId="{0F80B1F1-6B5C-4801-B00C-649CF10BC927}" type="pres">
      <dgm:prSet presAssocID="{5B6E9583-D388-45D1-AD92-372FFFAA8644}" presName="text_1" presStyleLbl="node1" presStyleIdx="0" presStyleCnt="3">
        <dgm:presLayoutVars>
          <dgm:bulletEnabled val="1"/>
        </dgm:presLayoutVars>
      </dgm:prSet>
      <dgm:spPr/>
    </dgm:pt>
    <dgm:pt modelId="{436956CE-4F82-498F-9045-C4F2DAED29C6}" type="pres">
      <dgm:prSet presAssocID="{5B6E9583-D388-45D1-AD92-372FFFAA8644}" presName="accent_1" presStyleCnt="0"/>
      <dgm:spPr/>
    </dgm:pt>
    <dgm:pt modelId="{3462192C-AD27-42A4-B267-80A5854F3D84}" type="pres">
      <dgm:prSet presAssocID="{5B6E9583-D388-45D1-AD92-372FFFAA8644}" presName="accentRepeatNode" presStyleLbl="solidFgAcc1" presStyleIdx="0" presStyleCnt="3"/>
      <dgm:spPr/>
    </dgm:pt>
    <dgm:pt modelId="{06251ADF-9C4E-4D62-B5F8-18FB472E0611}" type="pres">
      <dgm:prSet presAssocID="{BE061B17-8988-41ED-8168-6FA4B18615DC}" presName="text_2" presStyleLbl="node1" presStyleIdx="1" presStyleCnt="3">
        <dgm:presLayoutVars>
          <dgm:bulletEnabled val="1"/>
        </dgm:presLayoutVars>
      </dgm:prSet>
      <dgm:spPr/>
    </dgm:pt>
    <dgm:pt modelId="{23635C75-02BF-43EE-A123-6C7F10CB43ED}" type="pres">
      <dgm:prSet presAssocID="{BE061B17-8988-41ED-8168-6FA4B18615DC}" presName="accent_2" presStyleCnt="0"/>
      <dgm:spPr/>
    </dgm:pt>
    <dgm:pt modelId="{B5846F88-058A-4810-9652-D8DBD71B6B4A}" type="pres">
      <dgm:prSet presAssocID="{BE061B17-8988-41ED-8168-6FA4B18615DC}" presName="accentRepeatNode" presStyleLbl="solidFgAcc1" presStyleIdx="1" presStyleCnt="3"/>
      <dgm:spPr/>
    </dgm:pt>
    <dgm:pt modelId="{F9E8224D-E2AD-4BA9-A2A6-ACE48899ED4C}" type="pres">
      <dgm:prSet presAssocID="{268500FC-5652-41E6-8121-0BF64A11F7D1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6F84AD-B988-4401-B81A-94FC5BEFFB49}" type="pres">
      <dgm:prSet presAssocID="{268500FC-5652-41E6-8121-0BF64A11F7D1}" presName="accent_3" presStyleCnt="0"/>
      <dgm:spPr/>
    </dgm:pt>
    <dgm:pt modelId="{09577DF7-1F1C-4DD0-AA6C-EAC648599754}" type="pres">
      <dgm:prSet presAssocID="{268500FC-5652-41E6-8121-0BF64A11F7D1}" presName="accentRepeatNode" presStyleLbl="solidFgAcc1" presStyleIdx="2" presStyleCnt="3"/>
      <dgm:spPr/>
    </dgm:pt>
  </dgm:ptLst>
  <dgm:cxnLst>
    <dgm:cxn modelId="{E656BB40-39AE-4684-9890-511E146704A4}" type="presOf" srcId="{268500FC-5652-41E6-8121-0BF64A11F7D1}" destId="{F9E8224D-E2AD-4BA9-A2A6-ACE48899ED4C}" srcOrd="0" destOrd="0" presId="urn:microsoft.com/office/officeart/2008/layout/VerticalCurvedList"/>
    <dgm:cxn modelId="{4B21F40C-11C5-454A-BB0C-C98729503BCA}" srcId="{41F78E7C-8D3B-4915-B59E-18365B0D18A3}" destId="{268500FC-5652-41E6-8121-0BF64A11F7D1}" srcOrd="2" destOrd="0" parTransId="{434BF065-78D5-4DA2-A225-AEE1CE516FA7}" sibTransId="{DBE41409-22EC-41F9-A28F-72E9071E767D}"/>
    <dgm:cxn modelId="{8D0F178B-4A6E-40DB-AA47-E1D3B41EB401}" type="presOf" srcId="{41F78E7C-8D3B-4915-B59E-18365B0D18A3}" destId="{20AC997E-3FBF-47B9-B7FB-C46A8FC219D7}" srcOrd="0" destOrd="0" presId="urn:microsoft.com/office/officeart/2008/layout/VerticalCurvedList"/>
    <dgm:cxn modelId="{DAA339BD-FA2B-42F8-A2E5-058C1D55D36C}" type="presOf" srcId="{5B6E9583-D388-45D1-AD92-372FFFAA8644}" destId="{0F80B1F1-6B5C-4801-B00C-649CF10BC927}" srcOrd="0" destOrd="0" presId="urn:microsoft.com/office/officeart/2008/layout/VerticalCurvedList"/>
    <dgm:cxn modelId="{292927E4-9F90-4104-BC22-7D6C419CD49C}" type="presOf" srcId="{BE061B17-8988-41ED-8168-6FA4B18615DC}" destId="{06251ADF-9C4E-4D62-B5F8-18FB472E0611}" srcOrd="0" destOrd="0" presId="urn:microsoft.com/office/officeart/2008/layout/VerticalCurvedList"/>
    <dgm:cxn modelId="{F5B16A75-9F7B-4BB1-A256-74857813F2F0}" type="presOf" srcId="{EBEC7EEB-6920-4280-92AE-F8DF0188C500}" destId="{FA9720E3-968F-4A24-AC96-8709014B659B}" srcOrd="0" destOrd="0" presId="urn:microsoft.com/office/officeart/2008/layout/VerticalCurvedList"/>
    <dgm:cxn modelId="{6FB5C0EF-E9EA-4237-A785-5D005CF1D3AB}" srcId="{41F78E7C-8D3B-4915-B59E-18365B0D18A3}" destId="{BE061B17-8988-41ED-8168-6FA4B18615DC}" srcOrd="1" destOrd="0" parTransId="{00D8380B-A2BE-4969-805B-301707E91D5B}" sibTransId="{749768F8-228B-4979-9E25-93C48133D646}"/>
    <dgm:cxn modelId="{848E8973-77B8-4E8C-9FCC-03AEF28D100D}" srcId="{41F78E7C-8D3B-4915-B59E-18365B0D18A3}" destId="{5B6E9583-D388-45D1-AD92-372FFFAA8644}" srcOrd="0" destOrd="0" parTransId="{079D3F54-E83A-4FC2-B5C1-C6634F92E238}" sibTransId="{EBEC7EEB-6920-4280-92AE-F8DF0188C500}"/>
    <dgm:cxn modelId="{9748E6CA-F1D4-46CD-BF56-21BA11308757}" type="presParOf" srcId="{20AC997E-3FBF-47B9-B7FB-C46A8FC219D7}" destId="{2D4251B6-97B8-4D93-A858-3176B3F93DB5}" srcOrd="0" destOrd="0" presId="urn:microsoft.com/office/officeart/2008/layout/VerticalCurvedList"/>
    <dgm:cxn modelId="{7718F2FC-DD0C-437C-B788-A01F0A9703DC}" type="presParOf" srcId="{2D4251B6-97B8-4D93-A858-3176B3F93DB5}" destId="{8C79A543-84CA-4E94-8D81-40172CAB25F6}" srcOrd="0" destOrd="0" presId="urn:microsoft.com/office/officeart/2008/layout/VerticalCurvedList"/>
    <dgm:cxn modelId="{7D0F3320-0A2D-4F4A-8CCE-5B85B7799D17}" type="presParOf" srcId="{8C79A543-84CA-4E94-8D81-40172CAB25F6}" destId="{83745BB1-F0B3-4127-9801-A7F3BF4DDC2A}" srcOrd="0" destOrd="0" presId="urn:microsoft.com/office/officeart/2008/layout/VerticalCurvedList"/>
    <dgm:cxn modelId="{C3C455D2-B047-4943-BE6B-4DD940EFFD1A}" type="presParOf" srcId="{8C79A543-84CA-4E94-8D81-40172CAB25F6}" destId="{FA9720E3-968F-4A24-AC96-8709014B659B}" srcOrd="1" destOrd="0" presId="urn:microsoft.com/office/officeart/2008/layout/VerticalCurvedList"/>
    <dgm:cxn modelId="{2CF286C5-350A-4C13-AA6D-B1299765185C}" type="presParOf" srcId="{8C79A543-84CA-4E94-8D81-40172CAB25F6}" destId="{41070E6B-0250-410C-9921-064911B5F1BD}" srcOrd="2" destOrd="0" presId="urn:microsoft.com/office/officeart/2008/layout/VerticalCurvedList"/>
    <dgm:cxn modelId="{4799B394-3CC5-4389-A7D7-0D8216FD206C}" type="presParOf" srcId="{8C79A543-84CA-4E94-8D81-40172CAB25F6}" destId="{92C829A0-4282-4AAB-8531-0B234F2E43BD}" srcOrd="3" destOrd="0" presId="urn:microsoft.com/office/officeart/2008/layout/VerticalCurvedList"/>
    <dgm:cxn modelId="{005B5C32-9C77-41F8-9B71-E70FCDE234F0}" type="presParOf" srcId="{2D4251B6-97B8-4D93-A858-3176B3F93DB5}" destId="{0F80B1F1-6B5C-4801-B00C-649CF10BC927}" srcOrd="1" destOrd="0" presId="urn:microsoft.com/office/officeart/2008/layout/VerticalCurvedList"/>
    <dgm:cxn modelId="{32B73A47-DE3D-4DAC-81B2-8A8557FEB046}" type="presParOf" srcId="{2D4251B6-97B8-4D93-A858-3176B3F93DB5}" destId="{436956CE-4F82-498F-9045-C4F2DAED29C6}" srcOrd="2" destOrd="0" presId="urn:microsoft.com/office/officeart/2008/layout/VerticalCurvedList"/>
    <dgm:cxn modelId="{BD543AED-6BEF-4E6A-8DD3-5CB0066B0A9B}" type="presParOf" srcId="{436956CE-4F82-498F-9045-C4F2DAED29C6}" destId="{3462192C-AD27-42A4-B267-80A5854F3D84}" srcOrd="0" destOrd="0" presId="urn:microsoft.com/office/officeart/2008/layout/VerticalCurvedList"/>
    <dgm:cxn modelId="{2F90BF0A-9805-4A24-9ABF-29F669849826}" type="presParOf" srcId="{2D4251B6-97B8-4D93-A858-3176B3F93DB5}" destId="{06251ADF-9C4E-4D62-B5F8-18FB472E0611}" srcOrd="3" destOrd="0" presId="urn:microsoft.com/office/officeart/2008/layout/VerticalCurvedList"/>
    <dgm:cxn modelId="{6DC2389E-6AEC-483C-902C-4C672D459A42}" type="presParOf" srcId="{2D4251B6-97B8-4D93-A858-3176B3F93DB5}" destId="{23635C75-02BF-43EE-A123-6C7F10CB43ED}" srcOrd="4" destOrd="0" presId="urn:microsoft.com/office/officeart/2008/layout/VerticalCurvedList"/>
    <dgm:cxn modelId="{9AD7D244-E9B6-4C6B-AEC0-3897F382DC9C}" type="presParOf" srcId="{23635C75-02BF-43EE-A123-6C7F10CB43ED}" destId="{B5846F88-058A-4810-9652-D8DBD71B6B4A}" srcOrd="0" destOrd="0" presId="urn:microsoft.com/office/officeart/2008/layout/VerticalCurvedList"/>
    <dgm:cxn modelId="{468EFDA8-CA5D-4137-9BFA-53A8428B6827}" type="presParOf" srcId="{2D4251B6-97B8-4D93-A858-3176B3F93DB5}" destId="{F9E8224D-E2AD-4BA9-A2A6-ACE48899ED4C}" srcOrd="5" destOrd="0" presId="urn:microsoft.com/office/officeart/2008/layout/VerticalCurvedList"/>
    <dgm:cxn modelId="{46EF36D4-7A98-4846-A439-2DFF09DFE5B9}" type="presParOf" srcId="{2D4251B6-97B8-4D93-A858-3176B3F93DB5}" destId="{386F84AD-B988-4401-B81A-94FC5BEFFB49}" srcOrd="6" destOrd="0" presId="urn:microsoft.com/office/officeart/2008/layout/VerticalCurvedList"/>
    <dgm:cxn modelId="{DBBC58DF-2FBE-4152-923D-231897258D6B}" type="presParOf" srcId="{386F84AD-B988-4401-B81A-94FC5BEFFB49}" destId="{09577DF7-1F1C-4DD0-AA6C-EAC64859975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C58C0E-FF89-4B7D-B8FC-4A8DF11ABFF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949AED-C359-4BEF-BB64-5932C3B11B03}">
      <dgm:prSet phldrT="[Text]" phldr="1"/>
      <dgm:spPr/>
      <dgm:t>
        <a:bodyPr/>
        <a:lstStyle/>
        <a:p>
          <a:endParaRPr lang="en-US"/>
        </a:p>
      </dgm:t>
    </dgm:pt>
    <dgm:pt modelId="{EDCEBA4B-CE23-4A08-84F2-C344670FB897}" type="parTrans" cxnId="{EC822E62-9D02-40D9-95EF-563F39316D7C}">
      <dgm:prSet/>
      <dgm:spPr/>
      <dgm:t>
        <a:bodyPr/>
        <a:lstStyle/>
        <a:p>
          <a:endParaRPr lang="en-US"/>
        </a:p>
      </dgm:t>
    </dgm:pt>
    <dgm:pt modelId="{34DB999C-B373-404A-A42A-820C89ECB9CB}" type="sibTrans" cxnId="{EC822E62-9D02-40D9-95EF-563F39316D7C}">
      <dgm:prSet/>
      <dgm:spPr/>
      <dgm:t>
        <a:bodyPr/>
        <a:lstStyle/>
        <a:p>
          <a:endParaRPr lang="en-US"/>
        </a:p>
      </dgm:t>
    </dgm:pt>
    <dgm:pt modelId="{0886ABEA-10D2-4852-B15F-AC1855448CB1}">
      <dgm:prSet phldrT="[Text]"/>
      <dgm:spPr/>
      <dgm:t>
        <a:bodyPr/>
        <a:lstStyle/>
        <a:p>
          <a:r>
            <a:rPr lang="en-US" dirty="0" smtClean="0"/>
            <a:t>Strong negative relationship.</a:t>
          </a:r>
          <a:endParaRPr lang="en-US" dirty="0"/>
        </a:p>
      </dgm:t>
    </dgm:pt>
    <dgm:pt modelId="{FAD04373-0CEB-42BF-8933-26B180C2CC9C}" type="parTrans" cxnId="{44FB3291-9509-4204-B5F3-4DB748E03817}">
      <dgm:prSet/>
      <dgm:spPr/>
      <dgm:t>
        <a:bodyPr/>
        <a:lstStyle/>
        <a:p>
          <a:endParaRPr lang="en-US"/>
        </a:p>
      </dgm:t>
    </dgm:pt>
    <dgm:pt modelId="{E3BCE1D3-87D2-49AF-AA36-305093169595}" type="sibTrans" cxnId="{44FB3291-9509-4204-B5F3-4DB748E03817}">
      <dgm:prSet/>
      <dgm:spPr/>
      <dgm:t>
        <a:bodyPr/>
        <a:lstStyle/>
        <a:p>
          <a:endParaRPr lang="en-US"/>
        </a:p>
      </dgm:t>
    </dgm:pt>
    <dgm:pt modelId="{5B76249A-7059-49FC-8D31-38F9CA74D46C}">
      <dgm:prSet phldrT="[Text]"/>
      <dgm:spPr/>
      <dgm:t>
        <a:bodyPr/>
        <a:lstStyle/>
        <a:p>
          <a:r>
            <a:rPr lang="en-US" dirty="0" smtClean="0"/>
            <a:t>Higher stress leads to poorer sleep quality</a:t>
          </a:r>
          <a:endParaRPr lang="en-US" dirty="0"/>
        </a:p>
      </dgm:t>
    </dgm:pt>
    <dgm:pt modelId="{38BCC4D6-558C-4BD5-A62B-244383A65EBF}" type="parTrans" cxnId="{33420E96-0DDC-49E8-8E91-F70C0AB79D33}">
      <dgm:prSet/>
      <dgm:spPr/>
      <dgm:t>
        <a:bodyPr/>
        <a:lstStyle/>
        <a:p>
          <a:endParaRPr lang="en-US"/>
        </a:p>
      </dgm:t>
    </dgm:pt>
    <dgm:pt modelId="{4A812BEA-4BDB-4356-9D61-975BFE2E97BF}" type="sibTrans" cxnId="{33420E96-0DDC-49E8-8E91-F70C0AB79D33}">
      <dgm:prSet/>
      <dgm:spPr/>
      <dgm:t>
        <a:bodyPr/>
        <a:lstStyle/>
        <a:p>
          <a:endParaRPr lang="en-US"/>
        </a:p>
      </dgm:t>
    </dgm:pt>
    <dgm:pt modelId="{32AA92A8-F518-404F-A632-CD8110E83CE3}">
      <dgm:prSet phldrT="[Text]"/>
      <dgm:spPr/>
      <dgm:t>
        <a:bodyPr/>
        <a:lstStyle/>
        <a:p>
          <a:r>
            <a:rPr lang="en-US" dirty="0" smtClean="0"/>
            <a:t>Stress management is crucial for healthy sleep. </a:t>
          </a:r>
          <a:endParaRPr lang="en-US" dirty="0"/>
        </a:p>
      </dgm:t>
    </dgm:pt>
    <dgm:pt modelId="{EC4F7C68-CF49-40F7-B71D-BD3C8768BE69}" type="parTrans" cxnId="{66A27CFF-0C3B-42D8-A971-48EB6195D706}">
      <dgm:prSet/>
      <dgm:spPr/>
      <dgm:t>
        <a:bodyPr/>
        <a:lstStyle/>
        <a:p>
          <a:endParaRPr lang="en-US"/>
        </a:p>
      </dgm:t>
    </dgm:pt>
    <dgm:pt modelId="{6509CF27-CF21-4962-A907-B83B664278EA}" type="sibTrans" cxnId="{66A27CFF-0C3B-42D8-A971-48EB6195D706}">
      <dgm:prSet/>
      <dgm:spPr/>
      <dgm:t>
        <a:bodyPr/>
        <a:lstStyle/>
        <a:p>
          <a:endParaRPr lang="en-US"/>
        </a:p>
      </dgm:t>
    </dgm:pt>
    <dgm:pt modelId="{60E1F495-D9E3-4787-8607-C5BD5BB8D399}" type="pres">
      <dgm:prSet presAssocID="{92C58C0E-FF89-4B7D-B8FC-4A8DF11ABFF3}" presName="vert0" presStyleCnt="0">
        <dgm:presLayoutVars>
          <dgm:dir/>
          <dgm:animOne val="branch"/>
          <dgm:animLvl val="lvl"/>
        </dgm:presLayoutVars>
      </dgm:prSet>
      <dgm:spPr/>
    </dgm:pt>
    <dgm:pt modelId="{EE488714-82FB-4086-8F2D-D66FF578DDD8}" type="pres">
      <dgm:prSet presAssocID="{CB949AED-C359-4BEF-BB64-5932C3B11B03}" presName="thickLine" presStyleLbl="alignNode1" presStyleIdx="0" presStyleCnt="1"/>
      <dgm:spPr/>
    </dgm:pt>
    <dgm:pt modelId="{37E63CA9-E6B8-4ECF-9428-1FB8E5CAB4EA}" type="pres">
      <dgm:prSet presAssocID="{CB949AED-C359-4BEF-BB64-5932C3B11B03}" presName="horz1" presStyleCnt="0"/>
      <dgm:spPr/>
    </dgm:pt>
    <dgm:pt modelId="{74675F95-084D-452B-9409-F43A6C7ECA94}" type="pres">
      <dgm:prSet presAssocID="{CB949AED-C359-4BEF-BB64-5932C3B11B03}" presName="tx1" presStyleLbl="revTx" presStyleIdx="0" presStyleCnt="4"/>
      <dgm:spPr/>
    </dgm:pt>
    <dgm:pt modelId="{39AE87FE-8FE6-48F1-ABDB-38B21C3E27E6}" type="pres">
      <dgm:prSet presAssocID="{CB949AED-C359-4BEF-BB64-5932C3B11B03}" presName="vert1" presStyleCnt="0"/>
      <dgm:spPr/>
    </dgm:pt>
    <dgm:pt modelId="{6164DA17-9625-442C-9E04-2218F6666594}" type="pres">
      <dgm:prSet presAssocID="{0886ABEA-10D2-4852-B15F-AC1855448CB1}" presName="vertSpace2a" presStyleCnt="0"/>
      <dgm:spPr/>
    </dgm:pt>
    <dgm:pt modelId="{9F67BEDA-4377-47C4-888B-24CC4573A2D2}" type="pres">
      <dgm:prSet presAssocID="{0886ABEA-10D2-4852-B15F-AC1855448CB1}" presName="horz2" presStyleCnt="0"/>
      <dgm:spPr/>
    </dgm:pt>
    <dgm:pt modelId="{BB8203B3-6133-4263-B501-04FBF00E4E29}" type="pres">
      <dgm:prSet presAssocID="{0886ABEA-10D2-4852-B15F-AC1855448CB1}" presName="horzSpace2" presStyleCnt="0"/>
      <dgm:spPr/>
    </dgm:pt>
    <dgm:pt modelId="{95C6C922-633C-4381-A1F8-02A54D9894F6}" type="pres">
      <dgm:prSet presAssocID="{0886ABEA-10D2-4852-B15F-AC1855448CB1}" presName="tx2" presStyleLbl="revTx" presStyleIdx="1" presStyleCnt="4"/>
      <dgm:spPr/>
      <dgm:t>
        <a:bodyPr/>
        <a:lstStyle/>
        <a:p>
          <a:endParaRPr lang="en-US"/>
        </a:p>
      </dgm:t>
    </dgm:pt>
    <dgm:pt modelId="{34DC4B2C-F589-4443-BB84-BEF98A358EE1}" type="pres">
      <dgm:prSet presAssocID="{0886ABEA-10D2-4852-B15F-AC1855448CB1}" presName="vert2" presStyleCnt="0"/>
      <dgm:spPr/>
    </dgm:pt>
    <dgm:pt modelId="{F4A984FD-EC53-4D45-8DCB-C7371FE54B0D}" type="pres">
      <dgm:prSet presAssocID="{0886ABEA-10D2-4852-B15F-AC1855448CB1}" presName="thinLine2b" presStyleLbl="callout" presStyleIdx="0" presStyleCnt="3"/>
      <dgm:spPr/>
    </dgm:pt>
    <dgm:pt modelId="{778409F3-8BBB-4CA9-A69C-6A8A309CCD8A}" type="pres">
      <dgm:prSet presAssocID="{0886ABEA-10D2-4852-B15F-AC1855448CB1}" presName="vertSpace2b" presStyleCnt="0"/>
      <dgm:spPr/>
    </dgm:pt>
    <dgm:pt modelId="{0521B816-E623-4A09-94BE-2A8B4AF30B4E}" type="pres">
      <dgm:prSet presAssocID="{5B76249A-7059-49FC-8D31-38F9CA74D46C}" presName="horz2" presStyleCnt="0"/>
      <dgm:spPr/>
    </dgm:pt>
    <dgm:pt modelId="{E987430A-7AB3-4E5C-B19A-38524FB7D584}" type="pres">
      <dgm:prSet presAssocID="{5B76249A-7059-49FC-8D31-38F9CA74D46C}" presName="horzSpace2" presStyleCnt="0"/>
      <dgm:spPr/>
    </dgm:pt>
    <dgm:pt modelId="{F870FE70-27BD-44E0-8AAB-5EE45A0B56B7}" type="pres">
      <dgm:prSet presAssocID="{5B76249A-7059-49FC-8D31-38F9CA74D46C}" presName="tx2" presStyleLbl="revTx" presStyleIdx="2" presStyleCnt="4"/>
      <dgm:spPr/>
      <dgm:t>
        <a:bodyPr/>
        <a:lstStyle/>
        <a:p>
          <a:endParaRPr lang="en-US"/>
        </a:p>
      </dgm:t>
    </dgm:pt>
    <dgm:pt modelId="{8E20AF0E-8B11-424E-84AB-BD20AF9E8DE4}" type="pres">
      <dgm:prSet presAssocID="{5B76249A-7059-49FC-8D31-38F9CA74D46C}" presName="vert2" presStyleCnt="0"/>
      <dgm:spPr/>
    </dgm:pt>
    <dgm:pt modelId="{999969A9-33AA-45F2-B7DD-E43FADEA6F42}" type="pres">
      <dgm:prSet presAssocID="{5B76249A-7059-49FC-8D31-38F9CA74D46C}" presName="thinLine2b" presStyleLbl="callout" presStyleIdx="1" presStyleCnt="3"/>
      <dgm:spPr/>
    </dgm:pt>
    <dgm:pt modelId="{3D49ED0D-3AEA-4EBC-95F7-2B79864D269D}" type="pres">
      <dgm:prSet presAssocID="{5B76249A-7059-49FC-8D31-38F9CA74D46C}" presName="vertSpace2b" presStyleCnt="0"/>
      <dgm:spPr/>
    </dgm:pt>
    <dgm:pt modelId="{C3DAF837-343F-4582-AFC2-00771E8962D5}" type="pres">
      <dgm:prSet presAssocID="{32AA92A8-F518-404F-A632-CD8110E83CE3}" presName="horz2" presStyleCnt="0"/>
      <dgm:spPr/>
    </dgm:pt>
    <dgm:pt modelId="{F0591DEC-326B-4C9F-B5AE-5AFE5276694A}" type="pres">
      <dgm:prSet presAssocID="{32AA92A8-F518-404F-A632-CD8110E83CE3}" presName="horzSpace2" presStyleCnt="0"/>
      <dgm:spPr/>
    </dgm:pt>
    <dgm:pt modelId="{12011D57-DAE8-4996-9E71-9DB4D9CB88C6}" type="pres">
      <dgm:prSet presAssocID="{32AA92A8-F518-404F-A632-CD8110E83CE3}" presName="tx2" presStyleLbl="revTx" presStyleIdx="3" presStyleCnt="4"/>
      <dgm:spPr/>
      <dgm:t>
        <a:bodyPr/>
        <a:lstStyle/>
        <a:p>
          <a:endParaRPr lang="en-US"/>
        </a:p>
      </dgm:t>
    </dgm:pt>
    <dgm:pt modelId="{366D653F-8024-48BE-B9D7-07D784741F76}" type="pres">
      <dgm:prSet presAssocID="{32AA92A8-F518-404F-A632-CD8110E83CE3}" presName="vert2" presStyleCnt="0"/>
      <dgm:spPr/>
    </dgm:pt>
    <dgm:pt modelId="{F217B58D-DA30-44EB-A659-B0A73CA9371C}" type="pres">
      <dgm:prSet presAssocID="{32AA92A8-F518-404F-A632-CD8110E83CE3}" presName="thinLine2b" presStyleLbl="callout" presStyleIdx="2" presStyleCnt="3"/>
      <dgm:spPr/>
    </dgm:pt>
    <dgm:pt modelId="{ECE021A3-FB13-4D5E-A07F-612C9EB4E716}" type="pres">
      <dgm:prSet presAssocID="{32AA92A8-F518-404F-A632-CD8110E83CE3}" presName="vertSpace2b" presStyleCnt="0"/>
      <dgm:spPr/>
    </dgm:pt>
  </dgm:ptLst>
  <dgm:cxnLst>
    <dgm:cxn modelId="{33420E96-0DDC-49E8-8E91-F70C0AB79D33}" srcId="{CB949AED-C359-4BEF-BB64-5932C3B11B03}" destId="{5B76249A-7059-49FC-8D31-38F9CA74D46C}" srcOrd="1" destOrd="0" parTransId="{38BCC4D6-558C-4BD5-A62B-244383A65EBF}" sibTransId="{4A812BEA-4BDB-4356-9D61-975BFE2E97BF}"/>
    <dgm:cxn modelId="{C3CDEFF6-5CDE-43A4-A3CE-751A785DE316}" type="presOf" srcId="{92C58C0E-FF89-4B7D-B8FC-4A8DF11ABFF3}" destId="{60E1F495-D9E3-4787-8607-C5BD5BB8D399}" srcOrd="0" destOrd="0" presId="urn:microsoft.com/office/officeart/2008/layout/LinedList"/>
    <dgm:cxn modelId="{44FB3291-9509-4204-B5F3-4DB748E03817}" srcId="{CB949AED-C359-4BEF-BB64-5932C3B11B03}" destId="{0886ABEA-10D2-4852-B15F-AC1855448CB1}" srcOrd="0" destOrd="0" parTransId="{FAD04373-0CEB-42BF-8933-26B180C2CC9C}" sibTransId="{E3BCE1D3-87D2-49AF-AA36-305093169595}"/>
    <dgm:cxn modelId="{EC822E62-9D02-40D9-95EF-563F39316D7C}" srcId="{92C58C0E-FF89-4B7D-B8FC-4A8DF11ABFF3}" destId="{CB949AED-C359-4BEF-BB64-5932C3B11B03}" srcOrd="0" destOrd="0" parTransId="{EDCEBA4B-CE23-4A08-84F2-C344670FB897}" sibTransId="{34DB999C-B373-404A-A42A-820C89ECB9CB}"/>
    <dgm:cxn modelId="{DC5BF880-5967-43C5-BBC1-1AF51399D204}" type="presOf" srcId="{32AA92A8-F518-404F-A632-CD8110E83CE3}" destId="{12011D57-DAE8-4996-9E71-9DB4D9CB88C6}" srcOrd="0" destOrd="0" presId="urn:microsoft.com/office/officeart/2008/layout/LinedList"/>
    <dgm:cxn modelId="{500989CC-5BD3-477F-84DA-1D3384922240}" type="presOf" srcId="{0886ABEA-10D2-4852-B15F-AC1855448CB1}" destId="{95C6C922-633C-4381-A1F8-02A54D9894F6}" srcOrd="0" destOrd="0" presId="urn:microsoft.com/office/officeart/2008/layout/LinedList"/>
    <dgm:cxn modelId="{BB19DF3B-6BA2-43B4-8D36-0FA94396449B}" type="presOf" srcId="{CB949AED-C359-4BEF-BB64-5932C3B11B03}" destId="{74675F95-084D-452B-9409-F43A6C7ECA94}" srcOrd="0" destOrd="0" presId="urn:microsoft.com/office/officeart/2008/layout/LinedList"/>
    <dgm:cxn modelId="{66A27CFF-0C3B-42D8-A971-48EB6195D706}" srcId="{CB949AED-C359-4BEF-BB64-5932C3B11B03}" destId="{32AA92A8-F518-404F-A632-CD8110E83CE3}" srcOrd="2" destOrd="0" parTransId="{EC4F7C68-CF49-40F7-B71D-BD3C8768BE69}" sibTransId="{6509CF27-CF21-4962-A907-B83B664278EA}"/>
    <dgm:cxn modelId="{FF5D4084-5BB3-401A-9436-60E00C861FD8}" type="presOf" srcId="{5B76249A-7059-49FC-8D31-38F9CA74D46C}" destId="{F870FE70-27BD-44E0-8AAB-5EE45A0B56B7}" srcOrd="0" destOrd="0" presId="urn:microsoft.com/office/officeart/2008/layout/LinedList"/>
    <dgm:cxn modelId="{5DD6FF56-C2CC-487A-9B2F-A87137C20350}" type="presParOf" srcId="{60E1F495-D9E3-4787-8607-C5BD5BB8D399}" destId="{EE488714-82FB-4086-8F2D-D66FF578DDD8}" srcOrd="0" destOrd="0" presId="urn:microsoft.com/office/officeart/2008/layout/LinedList"/>
    <dgm:cxn modelId="{79082533-6229-4F33-89B2-BE148084738F}" type="presParOf" srcId="{60E1F495-D9E3-4787-8607-C5BD5BB8D399}" destId="{37E63CA9-E6B8-4ECF-9428-1FB8E5CAB4EA}" srcOrd="1" destOrd="0" presId="urn:microsoft.com/office/officeart/2008/layout/LinedList"/>
    <dgm:cxn modelId="{53D4B592-9154-47C3-BAC5-CF3C5D02E21E}" type="presParOf" srcId="{37E63CA9-E6B8-4ECF-9428-1FB8E5CAB4EA}" destId="{74675F95-084D-452B-9409-F43A6C7ECA94}" srcOrd="0" destOrd="0" presId="urn:microsoft.com/office/officeart/2008/layout/LinedList"/>
    <dgm:cxn modelId="{289E50A1-DF72-4DC9-A8F1-AB6F030D8612}" type="presParOf" srcId="{37E63CA9-E6B8-4ECF-9428-1FB8E5CAB4EA}" destId="{39AE87FE-8FE6-48F1-ABDB-38B21C3E27E6}" srcOrd="1" destOrd="0" presId="urn:microsoft.com/office/officeart/2008/layout/LinedList"/>
    <dgm:cxn modelId="{29D19DD8-0809-47A1-A9F4-0DD98D928C4A}" type="presParOf" srcId="{39AE87FE-8FE6-48F1-ABDB-38B21C3E27E6}" destId="{6164DA17-9625-442C-9E04-2218F6666594}" srcOrd="0" destOrd="0" presId="urn:microsoft.com/office/officeart/2008/layout/LinedList"/>
    <dgm:cxn modelId="{77455FA9-6852-48E2-B6A3-3B90D8A8AD6C}" type="presParOf" srcId="{39AE87FE-8FE6-48F1-ABDB-38B21C3E27E6}" destId="{9F67BEDA-4377-47C4-888B-24CC4573A2D2}" srcOrd="1" destOrd="0" presId="urn:microsoft.com/office/officeart/2008/layout/LinedList"/>
    <dgm:cxn modelId="{279A3A7A-F422-4356-AEB8-50BEAD999EBD}" type="presParOf" srcId="{9F67BEDA-4377-47C4-888B-24CC4573A2D2}" destId="{BB8203B3-6133-4263-B501-04FBF00E4E29}" srcOrd="0" destOrd="0" presId="urn:microsoft.com/office/officeart/2008/layout/LinedList"/>
    <dgm:cxn modelId="{3BDEB8B8-504A-4C87-8C37-B56E26276D6F}" type="presParOf" srcId="{9F67BEDA-4377-47C4-888B-24CC4573A2D2}" destId="{95C6C922-633C-4381-A1F8-02A54D9894F6}" srcOrd="1" destOrd="0" presId="urn:microsoft.com/office/officeart/2008/layout/LinedList"/>
    <dgm:cxn modelId="{FB34EA15-8082-4E50-A992-F1E84C2DCB88}" type="presParOf" srcId="{9F67BEDA-4377-47C4-888B-24CC4573A2D2}" destId="{34DC4B2C-F589-4443-BB84-BEF98A358EE1}" srcOrd="2" destOrd="0" presId="urn:microsoft.com/office/officeart/2008/layout/LinedList"/>
    <dgm:cxn modelId="{B71EDD02-C471-45DC-B1A9-D0FC74EAE882}" type="presParOf" srcId="{39AE87FE-8FE6-48F1-ABDB-38B21C3E27E6}" destId="{F4A984FD-EC53-4D45-8DCB-C7371FE54B0D}" srcOrd="2" destOrd="0" presId="urn:microsoft.com/office/officeart/2008/layout/LinedList"/>
    <dgm:cxn modelId="{C842C42F-7BD0-4AEA-B7A4-BE92EE1E4525}" type="presParOf" srcId="{39AE87FE-8FE6-48F1-ABDB-38B21C3E27E6}" destId="{778409F3-8BBB-4CA9-A69C-6A8A309CCD8A}" srcOrd="3" destOrd="0" presId="urn:microsoft.com/office/officeart/2008/layout/LinedList"/>
    <dgm:cxn modelId="{CDF2BA25-1692-4597-85D7-016A171B34EB}" type="presParOf" srcId="{39AE87FE-8FE6-48F1-ABDB-38B21C3E27E6}" destId="{0521B816-E623-4A09-94BE-2A8B4AF30B4E}" srcOrd="4" destOrd="0" presId="urn:microsoft.com/office/officeart/2008/layout/LinedList"/>
    <dgm:cxn modelId="{DD042283-5C42-49AE-89B0-39953CA02889}" type="presParOf" srcId="{0521B816-E623-4A09-94BE-2A8B4AF30B4E}" destId="{E987430A-7AB3-4E5C-B19A-38524FB7D584}" srcOrd="0" destOrd="0" presId="urn:microsoft.com/office/officeart/2008/layout/LinedList"/>
    <dgm:cxn modelId="{E3E28E64-BB40-4DDC-9FFA-1DF89ED0FDCB}" type="presParOf" srcId="{0521B816-E623-4A09-94BE-2A8B4AF30B4E}" destId="{F870FE70-27BD-44E0-8AAB-5EE45A0B56B7}" srcOrd="1" destOrd="0" presId="urn:microsoft.com/office/officeart/2008/layout/LinedList"/>
    <dgm:cxn modelId="{4F93FDB9-7170-45F1-BA4E-6F0B8D965264}" type="presParOf" srcId="{0521B816-E623-4A09-94BE-2A8B4AF30B4E}" destId="{8E20AF0E-8B11-424E-84AB-BD20AF9E8DE4}" srcOrd="2" destOrd="0" presId="urn:microsoft.com/office/officeart/2008/layout/LinedList"/>
    <dgm:cxn modelId="{099F89EB-FCD3-4E01-AD75-292DB26BF311}" type="presParOf" srcId="{39AE87FE-8FE6-48F1-ABDB-38B21C3E27E6}" destId="{999969A9-33AA-45F2-B7DD-E43FADEA6F42}" srcOrd="5" destOrd="0" presId="urn:microsoft.com/office/officeart/2008/layout/LinedList"/>
    <dgm:cxn modelId="{7E0F0AD5-8851-4938-9C1C-49DC6810E87B}" type="presParOf" srcId="{39AE87FE-8FE6-48F1-ABDB-38B21C3E27E6}" destId="{3D49ED0D-3AEA-4EBC-95F7-2B79864D269D}" srcOrd="6" destOrd="0" presId="urn:microsoft.com/office/officeart/2008/layout/LinedList"/>
    <dgm:cxn modelId="{1000B06E-65C4-4F6D-921E-C28F91399A80}" type="presParOf" srcId="{39AE87FE-8FE6-48F1-ABDB-38B21C3E27E6}" destId="{C3DAF837-343F-4582-AFC2-00771E8962D5}" srcOrd="7" destOrd="0" presId="urn:microsoft.com/office/officeart/2008/layout/LinedList"/>
    <dgm:cxn modelId="{DED8D87B-2225-4AB4-835B-4B9FFC6C35B7}" type="presParOf" srcId="{C3DAF837-343F-4582-AFC2-00771E8962D5}" destId="{F0591DEC-326B-4C9F-B5AE-5AFE5276694A}" srcOrd="0" destOrd="0" presId="urn:microsoft.com/office/officeart/2008/layout/LinedList"/>
    <dgm:cxn modelId="{E7728CEF-A47E-4771-A238-7CCF4A8DA7FA}" type="presParOf" srcId="{C3DAF837-343F-4582-AFC2-00771E8962D5}" destId="{12011D57-DAE8-4996-9E71-9DB4D9CB88C6}" srcOrd="1" destOrd="0" presId="urn:microsoft.com/office/officeart/2008/layout/LinedList"/>
    <dgm:cxn modelId="{8D00A6A9-1FC2-4E91-8007-CE7F6C5958E8}" type="presParOf" srcId="{C3DAF837-343F-4582-AFC2-00771E8962D5}" destId="{366D653F-8024-48BE-B9D7-07D784741F76}" srcOrd="2" destOrd="0" presId="urn:microsoft.com/office/officeart/2008/layout/LinedList"/>
    <dgm:cxn modelId="{FFD67F9F-7A13-4B01-8F87-910167DE9723}" type="presParOf" srcId="{39AE87FE-8FE6-48F1-ABDB-38B21C3E27E6}" destId="{F217B58D-DA30-44EB-A659-B0A73CA9371C}" srcOrd="8" destOrd="0" presId="urn:microsoft.com/office/officeart/2008/layout/LinedList"/>
    <dgm:cxn modelId="{C6A9E8D6-954B-4728-8C54-9802A7AC2A20}" type="presParOf" srcId="{39AE87FE-8FE6-48F1-ABDB-38B21C3E27E6}" destId="{ECE021A3-FB13-4D5E-A07F-612C9EB4E716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E4E24F-3BB4-40C0-8B64-2562624FA78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219188-89F4-49E9-8BB4-52540563355B}">
      <dgm:prSet phldrT="[Text]" phldr="1"/>
      <dgm:spPr/>
      <dgm:t>
        <a:bodyPr/>
        <a:lstStyle/>
        <a:p>
          <a:endParaRPr lang="en-US"/>
        </a:p>
      </dgm:t>
    </dgm:pt>
    <dgm:pt modelId="{D2183263-7B0A-44D9-9833-4BFF2616676D}" type="parTrans" cxnId="{0ABAB787-88D4-4212-B7DD-EDEC7A48B1F4}">
      <dgm:prSet/>
      <dgm:spPr/>
      <dgm:t>
        <a:bodyPr/>
        <a:lstStyle/>
        <a:p>
          <a:endParaRPr lang="en-US"/>
        </a:p>
      </dgm:t>
    </dgm:pt>
    <dgm:pt modelId="{220226FE-801B-4425-B8F9-919A83EBE506}" type="sibTrans" cxnId="{0ABAB787-88D4-4212-B7DD-EDEC7A48B1F4}">
      <dgm:prSet/>
      <dgm:spPr/>
      <dgm:t>
        <a:bodyPr/>
        <a:lstStyle/>
        <a:p>
          <a:endParaRPr lang="en-US"/>
        </a:p>
      </dgm:t>
    </dgm:pt>
    <dgm:pt modelId="{D73A5397-E427-4081-918A-A8CB1DF5240C}">
      <dgm:prSet phldrT="[Text]"/>
      <dgm:spPr/>
      <dgm:t>
        <a:bodyPr/>
        <a:lstStyle/>
        <a:p>
          <a:r>
            <a:rPr lang="en-US" dirty="0" smtClean="0"/>
            <a:t>Slight positive relationship between daily steps and sleep quality.</a:t>
          </a:r>
          <a:endParaRPr lang="en-US" dirty="0"/>
        </a:p>
      </dgm:t>
    </dgm:pt>
    <dgm:pt modelId="{E25FCF06-6A0F-4734-9C60-3D3C376BD721}" type="parTrans" cxnId="{648B6A0B-8EDE-4856-A6E5-7211B305E05B}">
      <dgm:prSet/>
      <dgm:spPr/>
      <dgm:t>
        <a:bodyPr/>
        <a:lstStyle/>
        <a:p>
          <a:endParaRPr lang="en-US"/>
        </a:p>
      </dgm:t>
    </dgm:pt>
    <dgm:pt modelId="{99BB75C9-C2D4-49D9-A8B3-71B8FA016A4B}" type="sibTrans" cxnId="{648B6A0B-8EDE-4856-A6E5-7211B305E05B}">
      <dgm:prSet/>
      <dgm:spPr/>
      <dgm:t>
        <a:bodyPr/>
        <a:lstStyle/>
        <a:p>
          <a:endParaRPr lang="en-US"/>
        </a:p>
      </dgm:t>
    </dgm:pt>
    <dgm:pt modelId="{26A49515-F99F-4285-B4CE-3CCDC51D5F7C}">
      <dgm:prSet phldrT="[Text]"/>
      <dgm:spPr/>
      <dgm:t>
        <a:bodyPr/>
        <a:lstStyle/>
        <a:p>
          <a:r>
            <a:rPr lang="en-US" dirty="0" smtClean="0"/>
            <a:t>More active individuals generally experience better sleep.</a:t>
          </a:r>
          <a:endParaRPr lang="en-US" dirty="0"/>
        </a:p>
      </dgm:t>
    </dgm:pt>
    <dgm:pt modelId="{252A7938-3861-4287-A472-1B60EAD55B42}" type="parTrans" cxnId="{474C530B-C553-4A08-9F27-44F9E12FEDEC}">
      <dgm:prSet/>
      <dgm:spPr/>
      <dgm:t>
        <a:bodyPr/>
        <a:lstStyle/>
        <a:p>
          <a:endParaRPr lang="en-US"/>
        </a:p>
      </dgm:t>
    </dgm:pt>
    <dgm:pt modelId="{AABE6AA1-F3A7-47C9-B7FF-BCEE5922C9C3}" type="sibTrans" cxnId="{474C530B-C553-4A08-9F27-44F9E12FEDEC}">
      <dgm:prSet/>
      <dgm:spPr/>
      <dgm:t>
        <a:bodyPr/>
        <a:lstStyle/>
        <a:p>
          <a:endParaRPr lang="en-US"/>
        </a:p>
      </dgm:t>
    </dgm:pt>
    <dgm:pt modelId="{B8820492-D560-4C67-A344-F481B90B3FD8}">
      <dgm:prSet phldrT="[Text]" phldr="1"/>
      <dgm:spPr/>
      <dgm:t>
        <a:bodyPr/>
        <a:lstStyle/>
        <a:p>
          <a:endParaRPr lang="en-US" dirty="0"/>
        </a:p>
      </dgm:t>
    </dgm:pt>
    <dgm:pt modelId="{E87BFAEA-C91F-4802-9027-A77466F583AB}" type="parTrans" cxnId="{4A1E482B-34BE-4F4D-9DDC-7BBD28A11BD5}">
      <dgm:prSet/>
      <dgm:spPr/>
      <dgm:t>
        <a:bodyPr/>
        <a:lstStyle/>
        <a:p>
          <a:endParaRPr lang="en-US"/>
        </a:p>
      </dgm:t>
    </dgm:pt>
    <dgm:pt modelId="{E7B97D2A-E9F0-4730-AC1A-584A7D34E35D}" type="sibTrans" cxnId="{4A1E482B-34BE-4F4D-9DDC-7BBD28A11BD5}">
      <dgm:prSet/>
      <dgm:spPr/>
      <dgm:t>
        <a:bodyPr/>
        <a:lstStyle/>
        <a:p>
          <a:endParaRPr lang="en-US"/>
        </a:p>
      </dgm:t>
    </dgm:pt>
    <dgm:pt modelId="{F93E9E19-FD07-4AA0-B05A-7CBCDD1EDDB8}">
      <dgm:prSet/>
      <dgm:spPr/>
      <dgm:t>
        <a:bodyPr/>
        <a:lstStyle/>
        <a:p>
          <a:r>
            <a:rPr lang="en-US" smtClean="0"/>
            <a:t>Physical activity supports healthy sleep patterns.</a:t>
          </a:r>
          <a:endParaRPr lang="en-US"/>
        </a:p>
      </dgm:t>
    </dgm:pt>
    <dgm:pt modelId="{4830F0BE-9EDB-4010-BE79-68F0AD8AE328}" type="parTrans" cxnId="{9814C801-C866-4EC3-95D7-70AF4C0F0C45}">
      <dgm:prSet/>
      <dgm:spPr/>
      <dgm:t>
        <a:bodyPr/>
        <a:lstStyle/>
        <a:p>
          <a:endParaRPr lang="en-US"/>
        </a:p>
      </dgm:t>
    </dgm:pt>
    <dgm:pt modelId="{061D417D-B0F8-4021-BB07-1543C3FCA766}" type="sibTrans" cxnId="{9814C801-C866-4EC3-95D7-70AF4C0F0C45}">
      <dgm:prSet/>
      <dgm:spPr/>
      <dgm:t>
        <a:bodyPr/>
        <a:lstStyle/>
        <a:p>
          <a:endParaRPr lang="en-US"/>
        </a:p>
      </dgm:t>
    </dgm:pt>
    <dgm:pt modelId="{93D2118C-612E-4F1A-B6E6-31E985157CEF}" type="pres">
      <dgm:prSet presAssocID="{67E4E24F-3BB4-40C0-8B64-2562624FA787}" presName="vert0" presStyleCnt="0">
        <dgm:presLayoutVars>
          <dgm:dir/>
          <dgm:animOne val="branch"/>
          <dgm:animLvl val="lvl"/>
        </dgm:presLayoutVars>
      </dgm:prSet>
      <dgm:spPr/>
    </dgm:pt>
    <dgm:pt modelId="{763FBA73-68E5-419B-8BB5-15E7AFD8110D}" type="pres">
      <dgm:prSet presAssocID="{BA219188-89F4-49E9-8BB4-52540563355B}" presName="thickLine" presStyleLbl="alignNode1" presStyleIdx="0" presStyleCnt="1"/>
      <dgm:spPr/>
    </dgm:pt>
    <dgm:pt modelId="{C474B0BB-9379-4D6E-9915-4B548AFC68E0}" type="pres">
      <dgm:prSet presAssocID="{BA219188-89F4-49E9-8BB4-52540563355B}" presName="horz1" presStyleCnt="0"/>
      <dgm:spPr/>
    </dgm:pt>
    <dgm:pt modelId="{DAE2759D-6978-4E74-A045-B4C4591D26A8}" type="pres">
      <dgm:prSet presAssocID="{BA219188-89F4-49E9-8BB4-52540563355B}" presName="tx1" presStyleLbl="revTx" presStyleIdx="0" presStyleCnt="5"/>
      <dgm:spPr/>
    </dgm:pt>
    <dgm:pt modelId="{4C1A2D97-5B29-48ED-8F51-FF8E33E18E55}" type="pres">
      <dgm:prSet presAssocID="{BA219188-89F4-49E9-8BB4-52540563355B}" presName="vert1" presStyleCnt="0"/>
      <dgm:spPr/>
    </dgm:pt>
    <dgm:pt modelId="{2AB102FE-5E00-4B17-AC65-5D6145121BFB}" type="pres">
      <dgm:prSet presAssocID="{D73A5397-E427-4081-918A-A8CB1DF5240C}" presName="vertSpace2a" presStyleCnt="0"/>
      <dgm:spPr/>
    </dgm:pt>
    <dgm:pt modelId="{620CB85D-2368-4E87-89A2-4779EB497E61}" type="pres">
      <dgm:prSet presAssocID="{D73A5397-E427-4081-918A-A8CB1DF5240C}" presName="horz2" presStyleCnt="0"/>
      <dgm:spPr/>
    </dgm:pt>
    <dgm:pt modelId="{3F775DDD-62FF-4603-908A-4891EE685F01}" type="pres">
      <dgm:prSet presAssocID="{D73A5397-E427-4081-918A-A8CB1DF5240C}" presName="horzSpace2" presStyleCnt="0"/>
      <dgm:spPr/>
    </dgm:pt>
    <dgm:pt modelId="{7478BC6F-5330-48F0-BFCC-AA79E22C1F1C}" type="pres">
      <dgm:prSet presAssocID="{D73A5397-E427-4081-918A-A8CB1DF5240C}" presName="tx2" presStyleLbl="revTx" presStyleIdx="1" presStyleCnt="5"/>
      <dgm:spPr/>
      <dgm:t>
        <a:bodyPr/>
        <a:lstStyle/>
        <a:p>
          <a:endParaRPr lang="en-US"/>
        </a:p>
      </dgm:t>
    </dgm:pt>
    <dgm:pt modelId="{1983C812-4B59-4F7D-8DBE-77B18C5FAECA}" type="pres">
      <dgm:prSet presAssocID="{D73A5397-E427-4081-918A-A8CB1DF5240C}" presName="vert2" presStyleCnt="0"/>
      <dgm:spPr/>
    </dgm:pt>
    <dgm:pt modelId="{E0E10D90-1871-4712-BCEB-4DD49EFBF2EC}" type="pres">
      <dgm:prSet presAssocID="{D73A5397-E427-4081-918A-A8CB1DF5240C}" presName="thinLine2b" presStyleLbl="callout" presStyleIdx="0" presStyleCnt="4"/>
      <dgm:spPr/>
    </dgm:pt>
    <dgm:pt modelId="{07C1605B-5DD3-4DE9-B459-49C435500C8F}" type="pres">
      <dgm:prSet presAssocID="{D73A5397-E427-4081-918A-A8CB1DF5240C}" presName="vertSpace2b" presStyleCnt="0"/>
      <dgm:spPr/>
    </dgm:pt>
    <dgm:pt modelId="{5B3AF0F0-B561-4898-A8A1-263F2005240A}" type="pres">
      <dgm:prSet presAssocID="{26A49515-F99F-4285-B4CE-3CCDC51D5F7C}" presName="horz2" presStyleCnt="0"/>
      <dgm:spPr/>
    </dgm:pt>
    <dgm:pt modelId="{8BCAC07A-C90B-4B17-A420-34FF8F16AB21}" type="pres">
      <dgm:prSet presAssocID="{26A49515-F99F-4285-B4CE-3CCDC51D5F7C}" presName="horzSpace2" presStyleCnt="0"/>
      <dgm:spPr/>
    </dgm:pt>
    <dgm:pt modelId="{7712CCF0-1350-47FD-80EB-0581937FFEEA}" type="pres">
      <dgm:prSet presAssocID="{26A49515-F99F-4285-B4CE-3CCDC51D5F7C}" presName="tx2" presStyleLbl="revTx" presStyleIdx="2" presStyleCnt="5"/>
      <dgm:spPr/>
      <dgm:t>
        <a:bodyPr/>
        <a:lstStyle/>
        <a:p>
          <a:endParaRPr lang="en-US"/>
        </a:p>
      </dgm:t>
    </dgm:pt>
    <dgm:pt modelId="{AE438663-E5EC-4F36-9736-429961B45FFA}" type="pres">
      <dgm:prSet presAssocID="{26A49515-F99F-4285-B4CE-3CCDC51D5F7C}" presName="vert2" presStyleCnt="0"/>
      <dgm:spPr/>
    </dgm:pt>
    <dgm:pt modelId="{F4E0FECC-FC28-45D2-82F8-0D42FCF618DA}" type="pres">
      <dgm:prSet presAssocID="{26A49515-F99F-4285-B4CE-3CCDC51D5F7C}" presName="thinLine2b" presStyleLbl="callout" presStyleIdx="1" presStyleCnt="4"/>
      <dgm:spPr/>
    </dgm:pt>
    <dgm:pt modelId="{92F23EF9-1D2B-4EBE-B31D-7A1211801B1E}" type="pres">
      <dgm:prSet presAssocID="{26A49515-F99F-4285-B4CE-3CCDC51D5F7C}" presName="vertSpace2b" presStyleCnt="0"/>
      <dgm:spPr/>
    </dgm:pt>
    <dgm:pt modelId="{3C33BD45-59ED-4BAE-BB97-A5E187DC1C78}" type="pres">
      <dgm:prSet presAssocID="{B8820492-D560-4C67-A344-F481B90B3FD8}" presName="horz2" presStyleCnt="0"/>
      <dgm:spPr/>
    </dgm:pt>
    <dgm:pt modelId="{EBE941A8-7D52-4204-BD8A-7D89A8364669}" type="pres">
      <dgm:prSet presAssocID="{B8820492-D560-4C67-A344-F481B90B3FD8}" presName="horzSpace2" presStyleCnt="0"/>
      <dgm:spPr/>
    </dgm:pt>
    <dgm:pt modelId="{7759357C-4189-4071-8126-F982052E9C09}" type="pres">
      <dgm:prSet presAssocID="{B8820492-D560-4C67-A344-F481B90B3FD8}" presName="tx2" presStyleLbl="revTx" presStyleIdx="3" presStyleCnt="5" custScaleY="6409"/>
      <dgm:spPr/>
    </dgm:pt>
    <dgm:pt modelId="{55D5CE84-44A7-41FE-86F5-7DCF568B5BA3}" type="pres">
      <dgm:prSet presAssocID="{B8820492-D560-4C67-A344-F481B90B3FD8}" presName="vert2" presStyleCnt="0"/>
      <dgm:spPr/>
    </dgm:pt>
    <dgm:pt modelId="{A30AA5E3-5212-4482-9852-D680CCB50925}" type="pres">
      <dgm:prSet presAssocID="{B8820492-D560-4C67-A344-F481B90B3FD8}" presName="thinLine2b" presStyleLbl="callout" presStyleIdx="2" presStyleCnt="4" custLinFactY="-100000" custLinFactNeighborX="-1943" custLinFactNeighborY="-180849"/>
      <dgm:spPr/>
    </dgm:pt>
    <dgm:pt modelId="{EF4EB5B5-D86D-4153-8CF8-CD12C8369A0C}" type="pres">
      <dgm:prSet presAssocID="{B8820492-D560-4C67-A344-F481B90B3FD8}" presName="vertSpace2b" presStyleCnt="0"/>
      <dgm:spPr/>
    </dgm:pt>
    <dgm:pt modelId="{21D308ED-15ED-44F1-A9A7-877EAFE2C9EE}" type="pres">
      <dgm:prSet presAssocID="{F93E9E19-FD07-4AA0-B05A-7CBCDD1EDDB8}" presName="horz2" presStyleCnt="0"/>
      <dgm:spPr/>
    </dgm:pt>
    <dgm:pt modelId="{A3648006-693F-4924-BEB7-77B8EF13CBAC}" type="pres">
      <dgm:prSet presAssocID="{F93E9E19-FD07-4AA0-B05A-7CBCDD1EDDB8}" presName="horzSpace2" presStyleCnt="0"/>
      <dgm:spPr/>
    </dgm:pt>
    <dgm:pt modelId="{D4C43F70-815C-4F05-95FD-C82A661299AA}" type="pres">
      <dgm:prSet presAssocID="{F93E9E19-FD07-4AA0-B05A-7CBCDD1EDDB8}" presName="tx2" presStyleLbl="revTx" presStyleIdx="4" presStyleCnt="5"/>
      <dgm:spPr/>
    </dgm:pt>
    <dgm:pt modelId="{8A39E9FA-F223-4D65-A9FE-08EBC1E44AEC}" type="pres">
      <dgm:prSet presAssocID="{F93E9E19-FD07-4AA0-B05A-7CBCDD1EDDB8}" presName="vert2" presStyleCnt="0"/>
      <dgm:spPr/>
    </dgm:pt>
    <dgm:pt modelId="{A2820E06-0939-44B0-BD4F-4BC5678F8156}" type="pres">
      <dgm:prSet presAssocID="{F93E9E19-FD07-4AA0-B05A-7CBCDD1EDDB8}" presName="thinLine2b" presStyleLbl="callout" presStyleIdx="3" presStyleCnt="4" custLinFactY="-100000" custLinFactNeighborX="1291" custLinFactNeighborY="-166645"/>
      <dgm:spPr/>
    </dgm:pt>
    <dgm:pt modelId="{4FBCDAF4-7B70-4A20-8351-D737C412FD9A}" type="pres">
      <dgm:prSet presAssocID="{F93E9E19-FD07-4AA0-B05A-7CBCDD1EDDB8}" presName="vertSpace2b" presStyleCnt="0"/>
      <dgm:spPr/>
    </dgm:pt>
  </dgm:ptLst>
  <dgm:cxnLst>
    <dgm:cxn modelId="{0ABAB787-88D4-4212-B7DD-EDEC7A48B1F4}" srcId="{67E4E24F-3BB4-40C0-8B64-2562624FA787}" destId="{BA219188-89F4-49E9-8BB4-52540563355B}" srcOrd="0" destOrd="0" parTransId="{D2183263-7B0A-44D9-9833-4BFF2616676D}" sibTransId="{220226FE-801B-4425-B8F9-919A83EBE506}"/>
    <dgm:cxn modelId="{4931B922-7E7B-40CC-9FD2-3B8438BDDF3D}" type="presOf" srcId="{BA219188-89F4-49E9-8BB4-52540563355B}" destId="{DAE2759D-6978-4E74-A045-B4C4591D26A8}" srcOrd="0" destOrd="0" presId="urn:microsoft.com/office/officeart/2008/layout/LinedList"/>
    <dgm:cxn modelId="{C1F2648B-9929-4701-82A8-72965C89DBCD}" type="presOf" srcId="{B8820492-D560-4C67-A344-F481B90B3FD8}" destId="{7759357C-4189-4071-8126-F982052E9C09}" srcOrd="0" destOrd="0" presId="urn:microsoft.com/office/officeart/2008/layout/LinedList"/>
    <dgm:cxn modelId="{B05B4F33-606B-4099-B6BD-DD1436544B96}" type="presOf" srcId="{D73A5397-E427-4081-918A-A8CB1DF5240C}" destId="{7478BC6F-5330-48F0-BFCC-AA79E22C1F1C}" srcOrd="0" destOrd="0" presId="urn:microsoft.com/office/officeart/2008/layout/LinedList"/>
    <dgm:cxn modelId="{D7F9FFA9-572B-497B-ABD5-0EB172D06A89}" type="presOf" srcId="{F93E9E19-FD07-4AA0-B05A-7CBCDD1EDDB8}" destId="{D4C43F70-815C-4F05-95FD-C82A661299AA}" srcOrd="0" destOrd="0" presId="urn:microsoft.com/office/officeart/2008/layout/LinedList"/>
    <dgm:cxn modelId="{474C530B-C553-4A08-9F27-44F9E12FEDEC}" srcId="{BA219188-89F4-49E9-8BB4-52540563355B}" destId="{26A49515-F99F-4285-B4CE-3CCDC51D5F7C}" srcOrd="1" destOrd="0" parTransId="{252A7938-3861-4287-A472-1B60EAD55B42}" sibTransId="{AABE6AA1-F3A7-47C9-B7FF-BCEE5922C9C3}"/>
    <dgm:cxn modelId="{9814C801-C866-4EC3-95D7-70AF4C0F0C45}" srcId="{BA219188-89F4-49E9-8BB4-52540563355B}" destId="{F93E9E19-FD07-4AA0-B05A-7CBCDD1EDDB8}" srcOrd="3" destOrd="0" parTransId="{4830F0BE-9EDB-4010-BE79-68F0AD8AE328}" sibTransId="{061D417D-B0F8-4021-BB07-1543C3FCA766}"/>
    <dgm:cxn modelId="{648B6A0B-8EDE-4856-A6E5-7211B305E05B}" srcId="{BA219188-89F4-49E9-8BB4-52540563355B}" destId="{D73A5397-E427-4081-918A-A8CB1DF5240C}" srcOrd="0" destOrd="0" parTransId="{E25FCF06-6A0F-4734-9C60-3D3C376BD721}" sibTransId="{99BB75C9-C2D4-49D9-A8B3-71B8FA016A4B}"/>
    <dgm:cxn modelId="{4A1E482B-34BE-4F4D-9DDC-7BBD28A11BD5}" srcId="{BA219188-89F4-49E9-8BB4-52540563355B}" destId="{B8820492-D560-4C67-A344-F481B90B3FD8}" srcOrd="2" destOrd="0" parTransId="{E87BFAEA-C91F-4802-9027-A77466F583AB}" sibTransId="{E7B97D2A-E9F0-4730-AC1A-584A7D34E35D}"/>
    <dgm:cxn modelId="{A92ED900-6013-4B80-BC74-94E8EAF49D2F}" type="presOf" srcId="{67E4E24F-3BB4-40C0-8B64-2562624FA787}" destId="{93D2118C-612E-4F1A-B6E6-31E985157CEF}" srcOrd="0" destOrd="0" presId="urn:microsoft.com/office/officeart/2008/layout/LinedList"/>
    <dgm:cxn modelId="{331176E0-8813-421D-82DC-F1BB9923BB27}" type="presOf" srcId="{26A49515-F99F-4285-B4CE-3CCDC51D5F7C}" destId="{7712CCF0-1350-47FD-80EB-0581937FFEEA}" srcOrd="0" destOrd="0" presId="urn:microsoft.com/office/officeart/2008/layout/LinedList"/>
    <dgm:cxn modelId="{977FC8BE-E72E-40F2-8583-102BE4AAE720}" type="presParOf" srcId="{93D2118C-612E-4F1A-B6E6-31E985157CEF}" destId="{763FBA73-68E5-419B-8BB5-15E7AFD8110D}" srcOrd="0" destOrd="0" presId="urn:microsoft.com/office/officeart/2008/layout/LinedList"/>
    <dgm:cxn modelId="{B0985BC1-FAE2-43E7-9927-EE0C82F5912A}" type="presParOf" srcId="{93D2118C-612E-4F1A-B6E6-31E985157CEF}" destId="{C474B0BB-9379-4D6E-9915-4B548AFC68E0}" srcOrd="1" destOrd="0" presId="urn:microsoft.com/office/officeart/2008/layout/LinedList"/>
    <dgm:cxn modelId="{DAFCB59E-D3A6-42EA-9880-280A9F494F4D}" type="presParOf" srcId="{C474B0BB-9379-4D6E-9915-4B548AFC68E0}" destId="{DAE2759D-6978-4E74-A045-B4C4591D26A8}" srcOrd="0" destOrd="0" presId="urn:microsoft.com/office/officeart/2008/layout/LinedList"/>
    <dgm:cxn modelId="{BA7D0372-4782-4500-88AB-A3EC54B75FCF}" type="presParOf" srcId="{C474B0BB-9379-4D6E-9915-4B548AFC68E0}" destId="{4C1A2D97-5B29-48ED-8F51-FF8E33E18E55}" srcOrd="1" destOrd="0" presId="urn:microsoft.com/office/officeart/2008/layout/LinedList"/>
    <dgm:cxn modelId="{7A4B91B2-AEFF-42B5-A866-94194C06FD85}" type="presParOf" srcId="{4C1A2D97-5B29-48ED-8F51-FF8E33E18E55}" destId="{2AB102FE-5E00-4B17-AC65-5D6145121BFB}" srcOrd="0" destOrd="0" presId="urn:microsoft.com/office/officeart/2008/layout/LinedList"/>
    <dgm:cxn modelId="{E4E60D06-06F7-4FB6-B1CC-D8649D413DBF}" type="presParOf" srcId="{4C1A2D97-5B29-48ED-8F51-FF8E33E18E55}" destId="{620CB85D-2368-4E87-89A2-4779EB497E61}" srcOrd="1" destOrd="0" presId="urn:microsoft.com/office/officeart/2008/layout/LinedList"/>
    <dgm:cxn modelId="{029063AA-5FFD-4643-A672-F60439434D18}" type="presParOf" srcId="{620CB85D-2368-4E87-89A2-4779EB497E61}" destId="{3F775DDD-62FF-4603-908A-4891EE685F01}" srcOrd="0" destOrd="0" presId="urn:microsoft.com/office/officeart/2008/layout/LinedList"/>
    <dgm:cxn modelId="{266E2551-690E-4F1D-BCA5-42143E4B2174}" type="presParOf" srcId="{620CB85D-2368-4E87-89A2-4779EB497E61}" destId="{7478BC6F-5330-48F0-BFCC-AA79E22C1F1C}" srcOrd="1" destOrd="0" presId="urn:microsoft.com/office/officeart/2008/layout/LinedList"/>
    <dgm:cxn modelId="{91845398-FB3B-4635-976B-3A1A6D5AC0F4}" type="presParOf" srcId="{620CB85D-2368-4E87-89A2-4779EB497E61}" destId="{1983C812-4B59-4F7D-8DBE-77B18C5FAECA}" srcOrd="2" destOrd="0" presId="urn:microsoft.com/office/officeart/2008/layout/LinedList"/>
    <dgm:cxn modelId="{56AA04B2-8A3B-4889-A63D-BCC442C247A2}" type="presParOf" srcId="{4C1A2D97-5B29-48ED-8F51-FF8E33E18E55}" destId="{E0E10D90-1871-4712-BCEB-4DD49EFBF2EC}" srcOrd="2" destOrd="0" presId="urn:microsoft.com/office/officeart/2008/layout/LinedList"/>
    <dgm:cxn modelId="{A4262152-ECB1-46A0-84FE-4ED782B50712}" type="presParOf" srcId="{4C1A2D97-5B29-48ED-8F51-FF8E33E18E55}" destId="{07C1605B-5DD3-4DE9-B459-49C435500C8F}" srcOrd="3" destOrd="0" presId="urn:microsoft.com/office/officeart/2008/layout/LinedList"/>
    <dgm:cxn modelId="{0E388DBD-7B90-4FB1-862E-AC28DF162888}" type="presParOf" srcId="{4C1A2D97-5B29-48ED-8F51-FF8E33E18E55}" destId="{5B3AF0F0-B561-4898-A8A1-263F2005240A}" srcOrd="4" destOrd="0" presId="urn:microsoft.com/office/officeart/2008/layout/LinedList"/>
    <dgm:cxn modelId="{60394734-E1F7-4A35-BA9B-536038377B69}" type="presParOf" srcId="{5B3AF0F0-B561-4898-A8A1-263F2005240A}" destId="{8BCAC07A-C90B-4B17-A420-34FF8F16AB21}" srcOrd="0" destOrd="0" presId="urn:microsoft.com/office/officeart/2008/layout/LinedList"/>
    <dgm:cxn modelId="{EDFC9512-BA3A-4A15-8175-0C723DF7CB2D}" type="presParOf" srcId="{5B3AF0F0-B561-4898-A8A1-263F2005240A}" destId="{7712CCF0-1350-47FD-80EB-0581937FFEEA}" srcOrd="1" destOrd="0" presId="urn:microsoft.com/office/officeart/2008/layout/LinedList"/>
    <dgm:cxn modelId="{BF99D74B-1B27-4C9B-8793-BC92295EB2F1}" type="presParOf" srcId="{5B3AF0F0-B561-4898-A8A1-263F2005240A}" destId="{AE438663-E5EC-4F36-9736-429961B45FFA}" srcOrd="2" destOrd="0" presId="urn:microsoft.com/office/officeart/2008/layout/LinedList"/>
    <dgm:cxn modelId="{15B47AC1-DE70-4250-BC6D-3119CF59E241}" type="presParOf" srcId="{4C1A2D97-5B29-48ED-8F51-FF8E33E18E55}" destId="{F4E0FECC-FC28-45D2-82F8-0D42FCF618DA}" srcOrd="5" destOrd="0" presId="urn:microsoft.com/office/officeart/2008/layout/LinedList"/>
    <dgm:cxn modelId="{AE3F11F5-A158-40C5-B8B0-EDAEFAC2F6F7}" type="presParOf" srcId="{4C1A2D97-5B29-48ED-8F51-FF8E33E18E55}" destId="{92F23EF9-1D2B-4EBE-B31D-7A1211801B1E}" srcOrd="6" destOrd="0" presId="urn:microsoft.com/office/officeart/2008/layout/LinedList"/>
    <dgm:cxn modelId="{6030BA1F-065B-4F60-B4F9-A16FAE96FC49}" type="presParOf" srcId="{4C1A2D97-5B29-48ED-8F51-FF8E33E18E55}" destId="{3C33BD45-59ED-4BAE-BB97-A5E187DC1C78}" srcOrd="7" destOrd="0" presId="urn:microsoft.com/office/officeart/2008/layout/LinedList"/>
    <dgm:cxn modelId="{EFCF4FC0-AA0A-4D1B-8C4C-2BFF6A1E3FB2}" type="presParOf" srcId="{3C33BD45-59ED-4BAE-BB97-A5E187DC1C78}" destId="{EBE941A8-7D52-4204-BD8A-7D89A8364669}" srcOrd="0" destOrd="0" presId="urn:microsoft.com/office/officeart/2008/layout/LinedList"/>
    <dgm:cxn modelId="{75859A74-A71E-4300-8BAE-0244D825B7EA}" type="presParOf" srcId="{3C33BD45-59ED-4BAE-BB97-A5E187DC1C78}" destId="{7759357C-4189-4071-8126-F982052E9C09}" srcOrd="1" destOrd="0" presId="urn:microsoft.com/office/officeart/2008/layout/LinedList"/>
    <dgm:cxn modelId="{7439A6CD-1B4F-465D-A88C-DB15397D2B97}" type="presParOf" srcId="{3C33BD45-59ED-4BAE-BB97-A5E187DC1C78}" destId="{55D5CE84-44A7-41FE-86F5-7DCF568B5BA3}" srcOrd="2" destOrd="0" presId="urn:microsoft.com/office/officeart/2008/layout/LinedList"/>
    <dgm:cxn modelId="{CDAFF6C2-95CF-4BA1-926A-292C01F3CBCF}" type="presParOf" srcId="{4C1A2D97-5B29-48ED-8F51-FF8E33E18E55}" destId="{A30AA5E3-5212-4482-9852-D680CCB50925}" srcOrd="8" destOrd="0" presId="urn:microsoft.com/office/officeart/2008/layout/LinedList"/>
    <dgm:cxn modelId="{2B8C7E0C-8109-45F5-8E22-A27EED499431}" type="presParOf" srcId="{4C1A2D97-5B29-48ED-8F51-FF8E33E18E55}" destId="{EF4EB5B5-D86D-4153-8CF8-CD12C8369A0C}" srcOrd="9" destOrd="0" presId="urn:microsoft.com/office/officeart/2008/layout/LinedList"/>
    <dgm:cxn modelId="{8D152F73-E47E-43E4-9BDE-8D9B5758643E}" type="presParOf" srcId="{4C1A2D97-5B29-48ED-8F51-FF8E33E18E55}" destId="{21D308ED-15ED-44F1-A9A7-877EAFE2C9EE}" srcOrd="10" destOrd="0" presId="urn:microsoft.com/office/officeart/2008/layout/LinedList"/>
    <dgm:cxn modelId="{F1F2D80E-5EAA-4DA1-8CD5-4EBE44E832C7}" type="presParOf" srcId="{21D308ED-15ED-44F1-A9A7-877EAFE2C9EE}" destId="{A3648006-693F-4924-BEB7-77B8EF13CBAC}" srcOrd="0" destOrd="0" presId="urn:microsoft.com/office/officeart/2008/layout/LinedList"/>
    <dgm:cxn modelId="{F58022C1-BB1F-4C96-8D0C-8BF29A053A6A}" type="presParOf" srcId="{21D308ED-15ED-44F1-A9A7-877EAFE2C9EE}" destId="{D4C43F70-815C-4F05-95FD-C82A661299AA}" srcOrd="1" destOrd="0" presId="urn:microsoft.com/office/officeart/2008/layout/LinedList"/>
    <dgm:cxn modelId="{3D248F69-C9AF-41C2-80C4-E6AAB6097286}" type="presParOf" srcId="{21D308ED-15ED-44F1-A9A7-877EAFE2C9EE}" destId="{8A39E9FA-F223-4D65-A9FE-08EBC1E44AEC}" srcOrd="2" destOrd="0" presId="urn:microsoft.com/office/officeart/2008/layout/LinedList"/>
    <dgm:cxn modelId="{86958A19-F6B7-426B-9F51-60751DC87D52}" type="presParOf" srcId="{4C1A2D97-5B29-48ED-8F51-FF8E33E18E55}" destId="{A2820E06-0939-44B0-BD4F-4BC5678F8156}" srcOrd="11" destOrd="0" presId="urn:microsoft.com/office/officeart/2008/layout/LinedList"/>
    <dgm:cxn modelId="{99D9FD99-526A-48E3-9C6C-33F899634CF8}" type="presParOf" srcId="{4C1A2D97-5B29-48ED-8F51-FF8E33E18E55}" destId="{4FBCDAF4-7B70-4A20-8351-D737C412FD9A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878975-DA55-4976-824B-309D79D301D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0B63D8-6297-4F1F-B283-762B17E8454D}">
      <dgm:prSet phldrT="[Text]" phldr="1"/>
      <dgm:spPr/>
      <dgm:t>
        <a:bodyPr/>
        <a:lstStyle/>
        <a:p>
          <a:endParaRPr lang="en-US"/>
        </a:p>
      </dgm:t>
    </dgm:pt>
    <dgm:pt modelId="{CFFBEA0D-39D4-4632-BB1A-0D6F54741878}" type="parTrans" cxnId="{93E3EF64-908B-4E4C-A9A9-6CF61DE60825}">
      <dgm:prSet/>
      <dgm:spPr/>
      <dgm:t>
        <a:bodyPr/>
        <a:lstStyle/>
        <a:p>
          <a:endParaRPr lang="en-US"/>
        </a:p>
      </dgm:t>
    </dgm:pt>
    <dgm:pt modelId="{4C6005AF-FD31-4C57-B148-323C6732A493}" type="sibTrans" cxnId="{93E3EF64-908B-4E4C-A9A9-6CF61DE60825}">
      <dgm:prSet/>
      <dgm:spPr/>
      <dgm:t>
        <a:bodyPr/>
        <a:lstStyle/>
        <a:p>
          <a:endParaRPr lang="en-US"/>
        </a:p>
      </dgm:t>
    </dgm:pt>
    <dgm:pt modelId="{C6FF7371-E1FF-4409-B0F7-8238A4EFB5FF}">
      <dgm:prSet phldrT="[Text]"/>
      <dgm:spPr/>
      <dgm:t>
        <a:bodyPr/>
        <a:lstStyle/>
        <a:p>
          <a:r>
            <a:rPr lang="en-US" dirty="0" smtClean="0"/>
            <a:t>58.6% PEOPLE HAVE NO DISORDER</a:t>
          </a:r>
          <a:endParaRPr lang="en-US" dirty="0"/>
        </a:p>
      </dgm:t>
    </dgm:pt>
    <dgm:pt modelId="{858A73AC-F5A6-4AA9-8CDD-B9FE520F92B7}" type="parTrans" cxnId="{3E049B46-B45C-4E73-92BF-E0A59539641D}">
      <dgm:prSet/>
      <dgm:spPr/>
      <dgm:t>
        <a:bodyPr/>
        <a:lstStyle/>
        <a:p>
          <a:endParaRPr lang="en-US"/>
        </a:p>
      </dgm:t>
    </dgm:pt>
    <dgm:pt modelId="{857FF69B-E1D6-45FF-BC9C-ACBF7EA686F7}" type="sibTrans" cxnId="{3E049B46-B45C-4E73-92BF-E0A59539641D}">
      <dgm:prSet/>
      <dgm:spPr/>
      <dgm:t>
        <a:bodyPr/>
        <a:lstStyle/>
        <a:p>
          <a:endParaRPr lang="en-US"/>
        </a:p>
      </dgm:t>
    </dgm:pt>
    <dgm:pt modelId="{742A0B21-F980-4A5B-AFD4-279DC74323F3}">
      <dgm:prSet phldrT="[Text]"/>
      <dgm:spPr/>
      <dgm:t>
        <a:bodyPr/>
        <a:lstStyle/>
        <a:p>
          <a:r>
            <a:rPr lang="en-US" dirty="0" smtClean="0"/>
            <a:t>20.9% PEOPLE HAVE SLEEP APNEA</a:t>
          </a:r>
          <a:endParaRPr lang="en-US" dirty="0"/>
        </a:p>
      </dgm:t>
    </dgm:pt>
    <dgm:pt modelId="{97851B5F-8EA8-409F-A9ED-DA26980DCA35}" type="parTrans" cxnId="{5F113C54-4313-4E8A-8A41-B08C4DD13AA5}">
      <dgm:prSet/>
      <dgm:spPr/>
      <dgm:t>
        <a:bodyPr/>
        <a:lstStyle/>
        <a:p>
          <a:endParaRPr lang="en-US"/>
        </a:p>
      </dgm:t>
    </dgm:pt>
    <dgm:pt modelId="{04850C14-8507-4CF1-8115-BA9D4F5738DC}" type="sibTrans" cxnId="{5F113C54-4313-4E8A-8A41-B08C4DD13AA5}">
      <dgm:prSet/>
      <dgm:spPr/>
      <dgm:t>
        <a:bodyPr/>
        <a:lstStyle/>
        <a:p>
          <a:endParaRPr lang="en-US"/>
        </a:p>
      </dgm:t>
    </dgm:pt>
    <dgm:pt modelId="{2AF230AE-2B8F-42B4-A518-CD7723AFCE64}">
      <dgm:prSet phldrT="[Text]"/>
      <dgm:spPr/>
      <dgm:t>
        <a:bodyPr/>
        <a:lstStyle/>
        <a:p>
          <a:r>
            <a:rPr lang="en-US" dirty="0" smtClean="0"/>
            <a:t>20.6% PEOPLE HAVE INSOMINIA</a:t>
          </a:r>
          <a:endParaRPr lang="en-US" dirty="0"/>
        </a:p>
      </dgm:t>
    </dgm:pt>
    <dgm:pt modelId="{24F18D8C-A065-46D2-9EC2-F0BADC6A8B78}" type="parTrans" cxnId="{5C295E01-EFB7-4DAD-A7B2-B369C7F2C3A7}">
      <dgm:prSet/>
      <dgm:spPr/>
      <dgm:t>
        <a:bodyPr/>
        <a:lstStyle/>
        <a:p>
          <a:endParaRPr lang="en-US"/>
        </a:p>
      </dgm:t>
    </dgm:pt>
    <dgm:pt modelId="{85927AEB-91FF-41DE-9371-45D560FD742C}" type="sibTrans" cxnId="{5C295E01-EFB7-4DAD-A7B2-B369C7F2C3A7}">
      <dgm:prSet/>
      <dgm:spPr/>
      <dgm:t>
        <a:bodyPr/>
        <a:lstStyle/>
        <a:p>
          <a:endParaRPr lang="en-US"/>
        </a:p>
      </dgm:t>
    </dgm:pt>
    <dgm:pt modelId="{03320FC3-7F0A-4ACF-9395-63F1D452A157}" type="pres">
      <dgm:prSet presAssocID="{A6878975-DA55-4976-824B-309D79D301D1}" presName="vert0" presStyleCnt="0">
        <dgm:presLayoutVars>
          <dgm:dir/>
          <dgm:animOne val="branch"/>
          <dgm:animLvl val="lvl"/>
        </dgm:presLayoutVars>
      </dgm:prSet>
      <dgm:spPr/>
    </dgm:pt>
    <dgm:pt modelId="{B162956E-376C-4A29-A2DB-45B477FF1F70}" type="pres">
      <dgm:prSet presAssocID="{390B63D8-6297-4F1F-B283-762B17E8454D}" presName="thickLine" presStyleLbl="alignNode1" presStyleIdx="0" presStyleCnt="1"/>
      <dgm:spPr/>
    </dgm:pt>
    <dgm:pt modelId="{98D44D08-F520-46DB-9C35-0BF7B5B71D93}" type="pres">
      <dgm:prSet presAssocID="{390B63D8-6297-4F1F-B283-762B17E8454D}" presName="horz1" presStyleCnt="0"/>
      <dgm:spPr/>
    </dgm:pt>
    <dgm:pt modelId="{BADEAC32-560B-4060-B777-DC73D4734966}" type="pres">
      <dgm:prSet presAssocID="{390B63D8-6297-4F1F-B283-762B17E8454D}" presName="tx1" presStyleLbl="revTx" presStyleIdx="0" presStyleCnt="4"/>
      <dgm:spPr/>
    </dgm:pt>
    <dgm:pt modelId="{1B3AF81C-7766-45E8-A1C0-9DB550A35D2A}" type="pres">
      <dgm:prSet presAssocID="{390B63D8-6297-4F1F-B283-762B17E8454D}" presName="vert1" presStyleCnt="0"/>
      <dgm:spPr/>
    </dgm:pt>
    <dgm:pt modelId="{5522FC4C-67C4-4596-B7BA-E3300D57697C}" type="pres">
      <dgm:prSet presAssocID="{C6FF7371-E1FF-4409-B0F7-8238A4EFB5FF}" presName="vertSpace2a" presStyleCnt="0"/>
      <dgm:spPr/>
    </dgm:pt>
    <dgm:pt modelId="{A30D6AAB-D461-47A7-B685-80DA3FB974ED}" type="pres">
      <dgm:prSet presAssocID="{C6FF7371-E1FF-4409-B0F7-8238A4EFB5FF}" presName="horz2" presStyleCnt="0"/>
      <dgm:spPr/>
    </dgm:pt>
    <dgm:pt modelId="{26F15367-39F7-4161-B65D-B8CC220DBC24}" type="pres">
      <dgm:prSet presAssocID="{C6FF7371-E1FF-4409-B0F7-8238A4EFB5FF}" presName="horzSpace2" presStyleCnt="0"/>
      <dgm:spPr/>
    </dgm:pt>
    <dgm:pt modelId="{9E8F657A-0330-4E25-95C3-EF84B4067352}" type="pres">
      <dgm:prSet presAssocID="{C6FF7371-E1FF-4409-B0F7-8238A4EFB5FF}" presName="tx2" presStyleLbl="revTx" presStyleIdx="1" presStyleCnt="4"/>
      <dgm:spPr/>
    </dgm:pt>
    <dgm:pt modelId="{7CD284A6-0EFE-445D-B5F5-BCC233A49D05}" type="pres">
      <dgm:prSet presAssocID="{C6FF7371-E1FF-4409-B0F7-8238A4EFB5FF}" presName="vert2" presStyleCnt="0"/>
      <dgm:spPr/>
    </dgm:pt>
    <dgm:pt modelId="{F3C3A58C-44C0-4755-A280-7C0844E761F3}" type="pres">
      <dgm:prSet presAssocID="{C6FF7371-E1FF-4409-B0F7-8238A4EFB5FF}" presName="thinLine2b" presStyleLbl="callout" presStyleIdx="0" presStyleCnt="3"/>
      <dgm:spPr/>
    </dgm:pt>
    <dgm:pt modelId="{ED7C2591-D2E6-41BF-9882-7D99116B085A}" type="pres">
      <dgm:prSet presAssocID="{C6FF7371-E1FF-4409-B0F7-8238A4EFB5FF}" presName="vertSpace2b" presStyleCnt="0"/>
      <dgm:spPr/>
    </dgm:pt>
    <dgm:pt modelId="{4804E2C0-5CBA-4E3E-9E1B-608AC368C267}" type="pres">
      <dgm:prSet presAssocID="{742A0B21-F980-4A5B-AFD4-279DC74323F3}" presName="horz2" presStyleCnt="0"/>
      <dgm:spPr/>
    </dgm:pt>
    <dgm:pt modelId="{E7B66A8B-1781-493F-B620-E80E76FEDF34}" type="pres">
      <dgm:prSet presAssocID="{742A0B21-F980-4A5B-AFD4-279DC74323F3}" presName="horzSpace2" presStyleCnt="0"/>
      <dgm:spPr/>
    </dgm:pt>
    <dgm:pt modelId="{ECEE2295-B375-4EDC-A658-38B7DF71BFD7}" type="pres">
      <dgm:prSet presAssocID="{742A0B21-F980-4A5B-AFD4-279DC74323F3}" presName="tx2" presStyleLbl="revTx" presStyleIdx="2" presStyleCnt="4"/>
      <dgm:spPr/>
    </dgm:pt>
    <dgm:pt modelId="{42BFB381-1B5A-49B2-9D92-673E599789A7}" type="pres">
      <dgm:prSet presAssocID="{742A0B21-F980-4A5B-AFD4-279DC74323F3}" presName="vert2" presStyleCnt="0"/>
      <dgm:spPr/>
    </dgm:pt>
    <dgm:pt modelId="{A6B71BDD-932B-43CD-9F6A-4212EB4F82B7}" type="pres">
      <dgm:prSet presAssocID="{742A0B21-F980-4A5B-AFD4-279DC74323F3}" presName="thinLine2b" presStyleLbl="callout" presStyleIdx="1" presStyleCnt="3"/>
      <dgm:spPr/>
    </dgm:pt>
    <dgm:pt modelId="{58777877-891D-4DE3-AF40-4963C9E13370}" type="pres">
      <dgm:prSet presAssocID="{742A0B21-F980-4A5B-AFD4-279DC74323F3}" presName="vertSpace2b" presStyleCnt="0"/>
      <dgm:spPr/>
    </dgm:pt>
    <dgm:pt modelId="{98F1118F-C257-41F7-BD1F-FF93349FA1D3}" type="pres">
      <dgm:prSet presAssocID="{2AF230AE-2B8F-42B4-A518-CD7723AFCE64}" presName="horz2" presStyleCnt="0"/>
      <dgm:spPr/>
    </dgm:pt>
    <dgm:pt modelId="{9AA68D14-256B-4D10-8C03-60FD551A97AC}" type="pres">
      <dgm:prSet presAssocID="{2AF230AE-2B8F-42B4-A518-CD7723AFCE64}" presName="horzSpace2" presStyleCnt="0"/>
      <dgm:spPr/>
    </dgm:pt>
    <dgm:pt modelId="{95DD4E88-029F-45F8-A076-B4B02B2BA13B}" type="pres">
      <dgm:prSet presAssocID="{2AF230AE-2B8F-42B4-A518-CD7723AFCE64}" presName="tx2" presStyleLbl="revTx" presStyleIdx="3" presStyleCnt="4"/>
      <dgm:spPr/>
    </dgm:pt>
    <dgm:pt modelId="{E914B7ED-5D88-4686-A648-B27714244DCE}" type="pres">
      <dgm:prSet presAssocID="{2AF230AE-2B8F-42B4-A518-CD7723AFCE64}" presName="vert2" presStyleCnt="0"/>
      <dgm:spPr/>
    </dgm:pt>
    <dgm:pt modelId="{818A2A01-E890-4BA0-8B87-FD0A4A93D642}" type="pres">
      <dgm:prSet presAssocID="{2AF230AE-2B8F-42B4-A518-CD7723AFCE64}" presName="thinLine2b" presStyleLbl="callout" presStyleIdx="2" presStyleCnt="3"/>
      <dgm:spPr/>
    </dgm:pt>
    <dgm:pt modelId="{EF53C286-E988-42E8-9BF5-7C71FB66A3F3}" type="pres">
      <dgm:prSet presAssocID="{2AF230AE-2B8F-42B4-A518-CD7723AFCE64}" presName="vertSpace2b" presStyleCnt="0"/>
      <dgm:spPr/>
    </dgm:pt>
  </dgm:ptLst>
  <dgm:cxnLst>
    <dgm:cxn modelId="{8A82E40E-CE5F-4711-9719-269ABFB9D203}" type="presOf" srcId="{2AF230AE-2B8F-42B4-A518-CD7723AFCE64}" destId="{95DD4E88-029F-45F8-A076-B4B02B2BA13B}" srcOrd="0" destOrd="0" presId="urn:microsoft.com/office/officeart/2008/layout/LinedList"/>
    <dgm:cxn modelId="{0EA3DBC5-F241-43D4-A6C7-D8B8FE753326}" type="presOf" srcId="{A6878975-DA55-4976-824B-309D79D301D1}" destId="{03320FC3-7F0A-4ACF-9395-63F1D452A157}" srcOrd="0" destOrd="0" presId="urn:microsoft.com/office/officeart/2008/layout/LinedList"/>
    <dgm:cxn modelId="{93E3EF64-908B-4E4C-A9A9-6CF61DE60825}" srcId="{A6878975-DA55-4976-824B-309D79D301D1}" destId="{390B63D8-6297-4F1F-B283-762B17E8454D}" srcOrd="0" destOrd="0" parTransId="{CFFBEA0D-39D4-4632-BB1A-0D6F54741878}" sibTransId="{4C6005AF-FD31-4C57-B148-323C6732A493}"/>
    <dgm:cxn modelId="{5C295E01-EFB7-4DAD-A7B2-B369C7F2C3A7}" srcId="{390B63D8-6297-4F1F-B283-762B17E8454D}" destId="{2AF230AE-2B8F-42B4-A518-CD7723AFCE64}" srcOrd="2" destOrd="0" parTransId="{24F18D8C-A065-46D2-9EC2-F0BADC6A8B78}" sibTransId="{85927AEB-91FF-41DE-9371-45D560FD742C}"/>
    <dgm:cxn modelId="{3E049B46-B45C-4E73-92BF-E0A59539641D}" srcId="{390B63D8-6297-4F1F-B283-762B17E8454D}" destId="{C6FF7371-E1FF-4409-B0F7-8238A4EFB5FF}" srcOrd="0" destOrd="0" parTransId="{858A73AC-F5A6-4AA9-8CDD-B9FE520F92B7}" sibTransId="{857FF69B-E1D6-45FF-BC9C-ACBF7EA686F7}"/>
    <dgm:cxn modelId="{32CC520E-1249-4308-9F59-82E0CDC218C6}" type="presOf" srcId="{C6FF7371-E1FF-4409-B0F7-8238A4EFB5FF}" destId="{9E8F657A-0330-4E25-95C3-EF84B4067352}" srcOrd="0" destOrd="0" presId="urn:microsoft.com/office/officeart/2008/layout/LinedList"/>
    <dgm:cxn modelId="{E246DA00-76AD-41D4-AEE2-B14E9383826D}" type="presOf" srcId="{742A0B21-F980-4A5B-AFD4-279DC74323F3}" destId="{ECEE2295-B375-4EDC-A658-38B7DF71BFD7}" srcOrd="0" destOrd="0" presId="urn:microsoft.com/office/officeart/2008/layout/LinedList"/>
    <dgm:cxn modelId="{5F113C54-4313-4E8A-8A41-B08C4DD13AA5}" srcId="{390B63D8-6297-4F1F-B283-762B17E8454D}" destId="{742A0B21-F980-4A5B-AFD4-279DC74323F3}" srcOrd="1" destOrd="0" parTransId="{97851B5F-8EA8-409F-A9ED-DA26980DCA35}" sibTransId="{04850C14-8507-4CF1-8115-BA9D4F5738DC}"/>
    <dgm:cxn modelId="{F888D7F9-598F-4FF4-8BA0-49E3B8A9F8C8}" type="presOf" srcId="{390B63D8-6297-4F1F-B283-762B17E8454D}" destId="{BADEAC32-560B-4060-B777-DC73D4734966}" srcOrd="0" destOrd="0" presId="urn:microsoft.com/office/officeart/2008/layout/LinedList"/>
    <dgm:cxn modelId="{D7A4CD78-26D4-4128-9B43-4354931071ED}" type="presParOf" srcId="{03320FC3-7F0A-4ACF-9395-63F1D452A157}" destId="{B162956E-376C-4A29-A2DB-45B477FF1F70}" srcOrd="0" destOrd="0" presId="urn:microsoft.com/office/officeart/2008/layout/LinedList"/>
    <dgm:cxn modelId="{BDF191C0-0C70-4E7E-A9A4-0A8796593801}" type="presParOf" srcId="{03320FC3-7F0A-4ACF-9395-63F1D452A157}" destId="{98D44D08-F520-46DB-9C35-0BF7B5B71D93}" srcOrd="1" destOrd="0" presId="urn:microsoft.com/office/officeart/2008/layout/LinedList"/>
    <dgm:cxn modelId="{9EA9ECBC-89F5-48B7-8F43-382847238D7C}" type="presParOf" srcId="{98D44D08-F520-46DB-9C35-0BF7B5B71D93}" destId="{BADEAC32-560B-4060-B777-DC73D4734966}" srcOrd="0" destOrd="0" presId="urn:microsoft.com/office/officeart/2008/layout/LinedList"/>
    <dgm:cxn modelId="{8206032D-4FB1-4B14-AFC8-F92898C0B64A}" type="presParOf" srcId="{98D44D08-F520-46DB-9C35-0BF7B5B71D93}" destId="{1B3AF81C-7766-45E8-A1C0-9DB550A35D2A}" srcOrd="1" destOrd="0" presId="urn:microsoft.com/office/officeart/2008/layout/LinedList"/>
    <dgm:cxn modelId="{B1015423-DF4C-4DDA-B0B0-AC6285C92570}" type="presParOf" srcId="{1B3AF81C-7766-45E8-A1C0-9DB550A35D2A}" destId="{5522FC4C-67C4-4596-B7BA-E3300D57697C}" srcOrd="0" destOrd="0" presId="urn:microsoft.com/office/officeart/2008/layout/LinedList"/>
    <dgm:cxn modelId="{A0A01748-13AE-4905-A0FD-2F3C4411FDD3}" type="presParOf" srcId="{1B3AF81C-7766-45E8-A1C0-9DB550A35D2A}" destId="{A30D6AAB-D461-47A7-B685-80DA3FB974ED}" srcOrd="1" destOrd="0" presId="urn:microsoft.com/office/officeart/2008/layout/LinedList"/>
    <dgm:cxn modelId="{205A72DC-E18F-4DAC-9D93-7BECBA65FBB6}" type="presParOf" srcId="{A30D6AAB-D461-47A7-B685-80DA3FB974ED}" destId="{26F15367-39F7-4161-B65D-B8CC220DBC24}" srcOrd="0" destOrd="0" presId="urn:microsoft.com/office/officeart/2008/layout/LinedList"/>
    <dgm:cxn modelId="{B04F79A1-2658-4713-A4B9-8BE091BBFBCA}" type="presParOf" srcId="{A30D6AAB-D461-47A7-B685-80DA3FB974ED}" destId="{9E8F657A-0330-4E25-95C3-EF84B4067352}" srcOrd="1" destOrd="0" presId="urn:microsoft.com/office/officeart/2008/layout/LinedList"/>
    <dgm:cxn modelId="{A0950703-E264-4726-8DDF-8CB16F9D54A1}" type="presParOf" srcId="{A30D6AAB-D461-47A7-B685-80DA3FB974ED}" destId="{7CD284A6-0EFE-445D-B5F5-BCC233A49D05}" srcOrd="2" destOrd="0" presId="urn:microsoft.com/office/officeart/2008/layout/LinedList"/>
    <dgm:cxn modelId="{54A36057-AD76-4938-BA5D-DD7851A62130}" type="presParOf" srcId="{1B3AF81C-7766-45E8-A1C0-9DB550A35D2A}" destId="{F3C3A58C-44C0-4755-A280-7C0844E761F3}" srcOrd="2" destOrd="0" presId="urn:microsoft.com/office/officeart/2008/layout/LinedList"/>
    <dgm:cxn modelId="{22FA81E4-5F53-482E-9DB8-9699D911097A}" type="presParOf" srcId="{1B3AF81C-7766-45E8-A1C0-9DB550A35D2A}" destId="{ED7C2591-D2E6-41BF-9882-7D99116B085A}" srcOrd="3" destOrd="0" presId="urn:microsoft.com/office/officeart/2008/layout/LinedList"/>
    <dgm:cxn modelId="{BA06811E-A29F-40A0-ADDE-08F8F8810963}" type="presParOf" srcId="{1B3AF81C-7766-45E8-A1C0-9DB550A35D2A}" destId="{4804E2C0-5CBA-4E3E-9E1B-608AC368C267}" srcOrd="4" destOrd="0" presId="urn:microsoft.com/office/officeart/2008/layout/LinedList"/>
    <dgm:cxn modelId="{AF53CF4B-D60E-4AE7-8F4B-F19285F6CDF1}" type="presParOf" srcId="{4804E2C0-5CBA-4E3E-9E1B-608AC368C267}" destId="{E7B66A8B-1781-493F-B620-E80E76FEDF34}" srcOrd="0" destOrd="0" presId="urn:microsoft.com/office/officeart/2008/layout/LinedList"/>
    <dgm:cxn modelId="{C8FA3E28-DAB2-4D8C-9929-F71DE3B4AE15}" type="presParOf" srcId="{4804E2C0-5CBA-4E3E-9E1B-608AC368C267}" destId="{ECEE2295-B375-4EDC-A658-38B7DF71BFD7}" srcOrd="1" destOrd="0" presId="urn:microsoft.com/office/officeart/2008/layout/LinedList"/>
    <dgm:cxn modelId="{D9C69AFE-D05C-4CBE-93F8-B6AA20CD6D1D}" type="presParOf" srcId="{4804E2C0-5CBA-4E3E-9E1B-608AC368C267}" destId="{42BFB381-1B5A-49B2-9D92-673E599789A7}" srcOrd="2" destOrd="0" presId="urn:microsoft.com/office/officeart/2008/layout/LinedList"/>
    <dgm:cxn modelId="{CBB5293A-2E85-48FC-81EC-3EFC6F9A12D0}" type="presParOf" srcId="{1B3AF81C-7766-45E8-A1C0-9DB550A35D2A}" destId="{A6B71BDD-932B-43CD-9F6A-4212EB4F82B7}" srcOrd="5" destOrd="0" presId="urn:microsoft.com/office/officeart/2008/layout/LinedList"/>
    <dgm:cxn modelId="{79495BB5-AB33-472D-AC3D-1A654B879C86}" type="presParOf" srcId="{1B3AF81C-7766-45E8-A1C0-9DB550A35D2A}" destId="{58777877-891D-4DE3-AF40-4963C9E13370}" srcOrd="6" destOrd="0" presId="urn:microsoft.com/office/officeart/2008/layout/LinedList"/>
    <dgm:cxn modelId="{95B42D5C-94A0-4BF1-80D4-8BA53067B1C6}" type="presParOf" srcId="{1B3AF81C-7766-45E8-A1C0-9DB550A35D2A}" destId="{98F1118F-C257-41F7-BD1F-FF93349FA1D3}" srcOrd="7" destOrd="0" presId="urn:microsoft.com/office/officeart/2008/layout/LinedList"/>
    <dgm:cxn modelId="{64BCDABC-9A6F-4BB5-8F4C-3C8D13D735A3}" type="presParOf" srcId="{98F1118F-C257-41F7-BD1F-FF93349FA1D3}" destId="{9AA68D14-256B-4D10-8C03-60FD551A97AC}" srcOrd="0" destOrd="0" presId="urn:microsoft.com/office/officeart/2008/layout/LinedList"/>
    <dgm:cxn modelId="{4B7902FC-C5BC-42C2-A852-FD24B9E287C9}" type="presParOf" srcId="{98F1118F-C257-41F7-BD1F-FF93349FA1D3}" destId="{95DD4E88-029F-45F8-A076-B4B02B2BA13B}" srcOrd="1" destOrd="0" presId="urn:microsoft.com/office/officeart/2008/layout/LinedList"/>
    <dgm:cxn modelId="{C92D4BC8-0C1A-40E9-897C-57AB65176F26}" type="presParOf" srcId="{98F1118F-C257-41F7-BD1F-FF93349FA1D3}" destId="{E914B7ED-5D88-4686-A648-B27714244DCE}" srcOrd="2" destOrd="0" presId="urn:microsoft.com/office/officeart/2008/layout/LinedList"/>
    <dgm:cxn modelId="{A8F3F1AA-10A0-485D-BAF9-CF32E3505488}" type="presParOf" srcId="{1B3AF81C-7766-45E8-A1C0-9DB550A35D2A}" destId="{818A2A01-E890-4BA0-8B87-FD0A4A93D642}" srcOrd="8" destOrd="0" presId="urn:microsoft.com/office/officeart/2008/layout/LinedList"/>
    <dgm:cxn modelId="{C330BD78-2219-4AE5-A78A-4A907416E80D}" type="presParOf" srcId="{1B3AF81C-7766-45E8-A1C0-9DB550A35D2A}" destId="{EF53C286-E988-42E8-9BF5-7C71FB66A3F3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D2C065-8DBD-4B98-B455-65FF76D4B045}" type="doc">
      <dgm:prSet loTypeId="urn:microsoft.com/office/officeart/2008/layout/AlternatingHexagons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989895-87AD-485C-B849-6F863F0C0588}">
      <dgm:prSet phldrT="[Text]"/>
      <dgm:spPr/>
      <dgm:t>
        <a:bodyPr/>
        <a:lstStyle/>
        <a:p>
          <a:r>
            <a:rPr lang="en-US" dirty="0" smtClean="0"/>
            <a:t>Manager have the lowest sleeping hours</a:t>
          </a:r>
          <a:endParaRPr lang="en-US" dirty="0"/>
        </a:p>
      </dgm:t>
    </dgm:pt>
    <dgm:pt modelId="{46E1E69C-067D-4B36-9793-BC9F051496CC}" type="parTrans" cxnId="{6281E84C-757F-4683-AAD7-BDF54C86F890}">
      <dgm:prSet/>
      <dgm:spPr/>
      <dgm:t>
        <a:bodyPr/>
        <a:lstStyle/>
        <a:p>
          <a:endParaRPr lang="en-US"/>
        </a:p>
      </dgm:t>
    </dgm:pt>
    <dgm:pt modelId="{F808E96F-F69E-470E-899A-F1639F34FDF7}" type="sibTrans" cxnId="{6281E84C-757F-4683-AAD7-BDF54C86F890}">
      <dgm:prSet/>
      <dgm:spPr/>
      <dgm:t>
        <a:bodyPr/>
        <a:lstStyle/>
        <a:p>
          <a:endParaRPr lang="en-US"/>
        </a:p>
      </dgm:t>
    </dgm:pt>
    <dgm:pt modelId="{896C1C59-D159-4016-9DB8-6B83F3F4B87D}">
      <dgm:prSet phldrT="[Text]" phldr="1"/>
      <dgm:spPr/>
      <dgm:t>
        <a:bodyPr/>
        <a:lstStyle/>
        <a:p>
          <a:endParaRPr lang="en-US"/>
        </a:p>
      </dgm:t>
    </dgm:pt>
    <dgm:pt modelId="{D5CC4699-E65F-4262-99F8-0A56B3616EAB}" type="parTrans" cxnId="{2F97EDAD-BABA-44D1-BB4A-6E8560E1C77C}">
      <dgm:prSet/>
      <dgm:spPr/>
      <dgm:t>
        <a:bodyPr/>
        <a:lstStyle/>
        <a:p>
          <a:endParaRPr lang="en-US"/>
        </a:p>
      </dgm:t>
    </dgm:pt>
    <dgm:pt modelId="{A19C40B8-33DB-45FE-8E81-1180DB8A06AE}" type="sibTrans" cxnId="{2F97EDAD-BABA-44D1-BB4A-6E8560E1C77C}">
      <dgm:prSet/>
      <dgm:spPr/>
      <dgm:t>
        <a:bodyPr/>
        <a:lstStyle/>
        <a:p>
          <a:endParaRPr lang="en-US"/>
        </a:p>
      </dgm:t>
    </dgm:pt>
    <dgm:pt modelId="{F4273F1A-2DE0-49EC-B66B-74964737CA07}">
      <dgm:prSet phldrT="[Text]"/>
      <dgm:spPr/>
      <dgm:t>
        <a:bodyPr/>
        <a:lstStyle/>
        <a:p>
          <a:r>
            <a:rPr lang="en-US" dirty="0" smtClean="0"/>
            <a:t>Nurse have the  highest sleeping hours</a:t>
          </a:r>
          <a:endParaRPr lang="en-US" dirty="0"/>
        </a:p>
      </dgm:t>
    </dgm:pt>
    <dgm:pt modelId="{47E9E03E-6133-4EE4-A8A0-451B6F2CF936}" type="parTrans" cxnId="{071F4CAD-272A-43EF-87F0-0A960347809D}">
      <dgm:prSet/>
      <dgm:spPr/>
      <dgm:t>
        <a:bodyPr/>
        <a:lstStyle/>
        <a:p>
          <a:endParaRPr lang="en-US"/>
        </a:p>
      </dgm:t>
    </dgm:pt>
    <dgm:pt modelId="{7E6F1326-F8FC-43C6-8E03-B80A246F9DBD}" type="sibTrans" cxnId="{071F4CAD-272A-43EF-87F0-0A960347809D}">
      <dgm:prSet/>
      <dgm:spPr/>
      <dgm:t>
        <a:bodyPr/>
        <a:lstStyle/>
        <a:p>
          <a:endParaRPr lang="en-US"/>
        </a:p>
      </dgm:t>
    </dgm:pt>
    <dgm:pt modelId="{2E58EBF3-DC20-479E-8235-597FE8C6AEE6}">
      <dgm:prSet phldrT="[Text]" phldr="1"/>
      <dgm:spPr/>
      <dgm:t>
        <a:bodyPr/>
        <a:lstStyle/>
        <a:p>
          <a:endParaRPr lang="en-US"/>
        </a:p>
      </dgm:t>
    </dgm:pt>
    <dgm:pt modelId="{42B9A781-8586-49AE-A9F3-CEAC381FE1F2}" type="parTrans" cxnId="{C9CE0B49-5321-44A4-AD09-0F1D0EC82791}">
      <dgm:prSet/>
      <dgm:spPr/>
      <dgm:t>
        <a:bodyPr/>
        <a:lstStyle/>
        <a:p>
          <a:endParaRPr lang="en-US"/>
        </a:p>
      </dgm:t>
    </dgm:pt>
    <dgm:pt modelId="{411BFDEE-2BDF-4B9F-9CAC-FF4B78ECC638}" type="sibTrans" cxnId="{C9CE0B49-5321-44A4-AD09-0F1D0EC82791}">
      <dgm:prSet/>
      <dgm:spPr/>
      <dgm:t>
        <a:bodyPr/>
        <a:lstStyle/>
        <a:p>
          <a:endParaRPr lang="en-US"/>
        </a:p>
      </dgm:t>
    </dgm:pt>
    <dgm:pt modelId="{A53CB3D0-EBCC-4B7F-B9F8-CA4A12B7065F}" type="pres">
      <dgm:prSet presAssocID="{F4D2C065-8DBD-4B98-B455-65FF76D4B045}" presName="Name0" presStyleCnt="0">
        <dgm:presLayoutVars>
          <dgm:chMax/>
          <dgm:chPref/>
          <dgm:dir/>
          <dgm:animLvl val="lvl"/>
        </dgm:presLayoutVars>
      </dgm:prSet>
      <dgm:spPr/>
    </dgm:pt>
    <dgm:pt modelId="{7ED36135-9EB6-435A-9C81-60EDE45FDFCF}" type="pres">
      <dgm:prSet presAssocID="{CC989895-87AD-485C-B849-6F863F0C0588}" presName="composite" presStyleCnt="0"/>
      <dgm:spPr/>
    </dgm:pt>
    <dgm:pt modelId="{044AB25E-2CAF-4DF7-A1E5-51DB17B21ADB}" type="pres">
      <dgm:prSet presAssocID="{CC989895-87AD-485C-B849-6F863F0C0588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42EE80-5374-4BEE-B9FB-05741534A153}" type="pres">
      <dgm:prSet presAssocID="{CC989895-87AD-485C-B849-6F863F0C0588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1D99A0EA-51F8-4247-93AF-C56CFF9531A3}" type="pres">
      <dgm:prSet presAssocID="{CC989895-87AD-485C-B849-6F863F0C0588}" presName="BalanceSpacing" presStyleCnt="0"/>
      <dgm:spPr/>
    </dgm:pt>
    <dgm:pt modelId="{07BC7F6B-9B1C-4AF9-99AB-C6A53E9E1B48}" type="pres">
      <dgm:prSet presAssocID="{CC989895-87AD-485C-B849-6F863F0C0588}" presName="BalanceSpacing1" presStyleCnt="0"/>
      <dgm:spPr/>
    </dgm:pt>
    <dgm:pt modelId="{B9D79A28-ADD2-45BF-9139-1E596F269F36}" type="pres">
      <dgm:prSet presAssocID="{F808E96F-F69E-470E-899A-F1639F34FDF7}" presName="Accent1Text" presStyleLbl="node1" presStyleIdx="1" presStyleCnt="4"/>
      <dgm:spPr/>
    </dgm:pt>
    <dgm:pt modelId="{C3FFDEBF-7754-465F-AB53-29259AD26438}" type="pres">
      <dgm:prSet presAssocID="{F808E96F-F69E-470E-899A-F1639F34FDF7}" presName="spaceBetweenRectangles" presStyleCnt="0"/>
      <dgm:spPr/>
    </dgm:pt>
    <dgm:pt modelId="{51EFD352-12AB-490C-BF77-F5A9A599BFBC}" type="pres">
      <dgm:prSet presAssocID="{F4273F1A-2DE0-49EC-B66B-74964737CA07}" presName="composite" presStyleCnt="0"/>
      <dgm:spPr/>
    </dgm:pt>
    <dgm:pt modelId="{EF57FFDE-E51F-4FEC-98E1-34B5524E35AD}" type="pres">
      <dgm:prSet presAssocID="{F4273F1A-2DE0-49EC-B66B-74964737CA07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38F7AF-8964-4868-AC7C-9FE2008E5E77}" type="pres">
      <dgm:prSet presAssocID="{F4273F1A-2DE0-49EC-B66B-74964737CA07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55C4994D-8899-4738-B427-19AB04774108}" type="pres">
      <dgm:prSet presAssocID="{F4273F1A-2DE0-49EC-B66B-74964737CA07}" presName="BalanceSpacing" presStyleCnt="0"/>
      <dgm:spPr/>
    </dgm:pt>
    <dgm:pt modelId="{AAE26323-0ED1-4C82-9EB0-72C7505D6863}" type="pres">
      <dgm:prSet presAssocID="{F4273F1A-2DE0-49EC-B66B-74964737CA07}" presName="BalanceSpacing1" presStyleCnt="0"/>
      <dgm:spPr/>
    </dgm:pt>
    <dgm:pt modelId="{547F25F3-8999-44F0-BAC2-0CAE33175398}" type="pres">
      <dgm:prSet presAssocID="{7E6F1326-F8FC-43C6-8E03-B80A246F9DBD}" presName="Accent1Text" presStyleLbl="node1" presStyleIdx="3" presStyleCnt="4"/>
      <dgm:spPr/>
    </dgm:pt>
  </dgm:ptLst>
  <dgm:cxnLst>
    <dgm:cxn modelId="{124699CF-4BF8-45B2-9345-A5EBE8DCB973}" type="presOf" srcId="{7E6F1326-F8FC-43C6-8E03-B80A246F9DBD}" destId="{547F25F3-8999-44F0-BAC2-0CAE33175398}" srcOrd="0" destOrd="0" presId="urn:microsoft.com/office/officeart/2008/layout/AlternatingHexagons"/>
    <dgm:cxn modelId="{6281E84C-757F-4683-AAD7-BDF54C86F890}" srcId="{F4D2C065-8DBD-4B98-B455-65FF76D4B045}" destId="{CC989895-87AD-485C-B849-6F863F0C0588}" srcOrd="0" destOrd="0" parTransId="{46E1E69C-067D-4B36-9793-BC9F051496CC}" sibTransId="{F808E96F-F69E-470E-899A-F1639F34FDF7}"/>
    <dgm:cxn modelId="{954DD5F2-7919-4FE8-A5F9-91BFFDD322D9}" type="presOf" srcId="{F4273F1A-2DE0-49EC-B66B-74964737CA07}" destId="{EF57FFDE-E51F-4FEC-98E1-34B5524E35AD}" srcOrd="0" destOrd="0" presId="urn:microsoft.com/office/officeart/2008/layout/AlternatingHexagons"/>
    <dgm:cxn modelId="{C9CE0B49-5321-44A4-AD09-0F1D0EC82791}" srcId="{F4273F1A-2DE0-49EC-B66B-74964737CA07}" destId="{2E58EBF3-DC20-479E-8235-597FE8C6AEE6}" srcOrd="0" destOrd="0" parTransId="{42B9A781-8586-49AE-A9F3-CEAC381FE1F2}" sibTransId="{411BFDEE-2BDF-4B9F-9CAC-FF4B78ECC638}"/>
    <dgm:cxn modelId="{DBBE13FE-CD6A-4467-9951-EA2E21ADE80D}" type="presOf" srcId="{F808E96F-F69E-470E-899A-F1639F34FDF7}" destId="{B9D79A28-ADD2-45BF-9139-1E596F269F36}" srcOrd="0" destOrd="0" presId="urn:microsoft.com/office/officeart/2008/layout/AlternatingHexagons"/>
    <dgm:cxn modelId="{FB6B946C-A673-4D35-8C46-004EDCCB3B1A}" type="presOf" srcId="{CC989895-87AD-485C-B849-6F863F0C0588}" destId="{044AB25E-2CAF-4DF7-A1E5-51DB17B21ADB}" srcOrd="0" destOrd="0" presId="urn:microsoft.com/office/officeart/2008/layout/AlternatingHexagons"/>
    <dgm:cxn modelId="{9F47C4CA-3C23-4887-A609-FF7B9AA909CA}" type="presOf" srcId="{F4D2C065-8DBD-4B98-B455-65FF76D4B045}" destId="{A53CB3D0-EBCC-4B7F-B9F8-CA4A12B7065F}" srcOrd="0" destOrd="0" presId="urn:microsoft.com/office/officeart/2008/layout/AlternatingHexagons"/>
    <dgm:cxn modelId="{2F97EDAD-BABA-44D1-BB4A-6E8560E1C77C}" srcId="{CC989895-87AD-485C-B849-6F863F0C0588}" destId="{896C1C59-D159-4016-9DB8-6B83F3F4B87D}" srcOrd="0" destOrd="0" parTransId="{D5CC4699-E65F-4262-99F8-0A56B3616EAB}" sibTransId="{A19C40B8-33DB-45FE-8E81-1180DB8A06AE}"/>
    <dgm:cxn modelId="{32A20432-3F0D-4BF7-9E3C-0B7E8B9A67CF}" type="presOf" srcId="{2E58EBF3-DC20-479E-8235-597FE8C6AEE6}" destId="{2538F7AF-8964-4868-AC7C-9FE2008E5E77}" srcOrd="0" destOrd="0" presId="urn:microsoft.com/office/officeart/2008/layout/AlternatingHexagons"/>
    <dgm:cxn modelId="{071F4CAD-272A-43EF-87F0-0A960347809D}" srcId="{F4D2C065-8DBD-4B98-B455-65FF76D4B045}" destId="{F4273F1A-2DE0-49EC-B66B-74964737CA07}" srcOrd="1" destOrd="0" parTransId="{47E9E03E-6133-4EE4-A8A0-451B6F2CF936}" sibTransId="{7E6F1326-F8FC-43C6-8E03-B80A246F9DBD}"/>
    <dgm:cxn modelId="{824A06C5-71A3-4DEB-B226-10CBCBD29463}" type="presOf" srcId="{896C1C59-D159-4016-9DB8-6B83F3F4B87D}" destId="{E342EE80-5374-4BEE-B9FB-05741534A153}" srcOrd="0" destOrd="0" presId="urn:microsoft.com/office/officeart/2008/layout/AlternatingHexagons"/>
    <dgm:cxn modelId="{D44FFAA3-D17E-49B6-A0A1-5738969094AA}" type="presParOf" srcId="{A53CB3D0-EBCC-4B7F-B9F8-CA4A12B7065F}" destId="{7ED36135-9EB6-435A-9C81-60EDE45FDFCF}" srcOrd="0" destOrd="0" presId="urn:microsoft.com/office/officeart/2008/layout/AlternatingHexagons"/>
    <dgm:cxn modelId="{2BEB2AD3-49B5-4E3D-85C2-A4935EB52CD9}" type="presParOf" srcId="{7ED36135-9EB6-435A-9C81-60EDE45FDFCF}" destId="{044AB25E-2CAF-4DF7-A1E5-51DB17B21ADB}" srcOrd="0" destOrd="0" presId="urn:microsoft.com/office/officeart/2008/layout/AlternatingHexagons"/>
    <dgm:cxn modelId="{11544C5D-BBD6-437B-B499-CACDD8D8333D}" type="presParOf" srcId="{7ED36135-9EB6-435A-9C81-60EDE45FDFCF}" destId="{E342EE80-5374-4BEE-B9FB-05741534A153}" srcOrd="1" destOrd="0" presId="urn:microsoft.com/office/officeart/2008/layout/AlternatingHexagons"/>
    <dgm:cxn modelId="{07D7A846-EB42-45D9-8488-E5FB090D317A}" type="presParOf" srcId="{7ED36135-9EB6-435A-9C81-60EDE45FDFCF}" destId="{1D99A0EA-51F8-4247-93AF-C56CFF9531A3}" srcOrd="2" destOrd="0" presId="urn:microsoft.com/office/officeart/2008/layout/AlternatingHexagons"/>
    <dgm:cxn modelId="{A797E373-1306-4EE4-AF0E-3BB0C00E3383}" type="presParOf" srcId="{7ED36135-9EB6-435A-9C81-60EDE45FDFCF}" destId="{07BC7F6B-9B1C-4AF9-99AB-C6A53E9E1B48}" srcOrd="3" destOrd="0" presId="urn:microsoft.com/office/officeart/2008/layout/AlternatingHexagons"/>
    <dgm:cxn modelId="{C07CBD0B-B80D-4C6B-90DB-71A9B26C388F}" type="presParOf" srcId="{7ED36135-9EB6-435A-9C81-60EDE45FDFCF}" destId="{B9D79A28-ADD2-45BF-9139-1E596F269F36}" srcOrd="4" destOrd="0" presId="urn:microsoft.com/office/officeart/2008/layout/AlternatingHexagons"/>
    <dgm:cxn modelId="{B5114A12-EBC7-45A8-BBA4-EB3F0FA9582E}" type="presParOf" srcId="{A53CB3D0-EBCC-4B7F-B9F8-CA4A12B7065F}" destId="{C3FFDEBF-7754-465F-AB53-29259AD26438}" srcOrd="1" destOrd="0" presId="urn:microsoft.com/office/officeart/2008/layout/AlternatingHexagons"/>
    <dgm:cxn modelId="{EB94D3B4-192D-403D-A226-3525280004FA}" type="presParOf" srcId="{A53CB3D0-EBCC-4B7F-B9F8-CA4A12B7065F}" destId="{51EFD352-12AB-490C-BF77-F5A9A599BFBC}" srcOrd="2" destOrd="0" presId="urn:microsoft.com/office/officeart/2008/layout/AlternatingHexagons"/>
    <dgm:cxn modelId="{3BAA2735-070E-4174-B0D2-7DB928E31C18}" type="presParOf" srcId="{51EFD352-12AB-490C-BF77-F5A9A599BFBC}" destId="{EF57FFDE-E51F-4FEC-98E1-34B5524E35AD}" srcOrd="0" destOrd="0" presId="urn:microsoft.com/office/officeart/2008/layout/AlternatingHexagons"/>
    <dgm:cxn modelId="{56A94DEE-10F4-41E1-A179-1CDF9B6F638D}" type="presParOf" srcId="{51EFD352-12AB-490C-BF77-F5A9A599BFBC}" destId="{2538F7AF-8964-4868-AC7C-9FE2008E5E77}" srcOrd="1" destOrd="0" presId="urn:microsoft.com/office/officeart/2008/layout/AlternatingHexagons"/>
    <dgm:cxn modelId="{011D9EFD-4FCD-4E1C-84CE-20BA2AACF91B}" type="presParOf" srcId="{51EFD352-12AB-490C-BF77-F5A9A599BFBC}" destId="{55C4994D-8899-4738-B427-19AB04774108}" srcOrd="2" destOrd="0" presId="urn:microsoft.com/office/officeart/2008/layout/AlternatingHexagons"/>
    <dgm:cxn modelId="{D2E4A6EB-9319-4459-9E26-074DEE713CD7}" type="presParOf" srcId="{51EFD352-12AB-490C-BF77-F5A9A599BFBC}" destId="{AAE26323-0ED1-4C82-9EB0-72C7505D6863}" srcOrd="3" destOrd="0" presId="urn:microsoft.com/office/officeart/2008/layout/AlternatingHexagons"/>
    <dgm:cxn modelId="{8A2D29FF-F00A-47FF-BED9-288E2E13E06C}" type="presParOf" srcId="{51EFD352-12AB-490C-BF77-F5A9A599BFBC}" destId="{547F25F3-8999-44F0-BAC2-0CAE33175398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31A4436-AA12-4885-9735-A49621E45DFE}" type="doc">
      <dgm:prSet loTypeId="urn:microsoft.com/office/officeart/2008/layout/AlternatingHexagons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43972F-BDCB-444E-9478-B87B78AB9D1C}">
      <dgm:prSet phldrT="[Text]"/>
      <dgm:spPr/>
      <dgm:t>
        <a:bodyPr/>
        <a:lstStyle/>
        <a:p>
          <a:r>
            <a:rPr lang="en-US" dirty="0" smtClean="0"/>
            <a:t>SLEEP APNEA IS MOST IN NURSE</a:t>
          </a:r>
          <a:endParaRPr lang="en-US" dirty="0"/>
        </a:p>
      </dgm:t>
    </dgm:pt>
    <dgm:pt modelId="{E0EFEA80-0F92-4FD3-8CAB-B19DFDF42326}" type="parTrans" cxnId="{E55817D4-439B-46ED-8747-FA1AD7D9F11E}">
      <dgm:prSet/>
      <dgm:spPr/>
      <dgm:t>
        <a:bodyPr/>
        <a:lstStyle/>
        <a:p>
          <a:endParaRPr lang="en-US"/>
        </a:p>
      </dgm:t>
    </dgm:pt>
    <dgm:pt modelId="{7A9B02A6-6ED2-4B20-A4B1-4A2A91995597}" type="sibTrans" cxnId="{E55817D4-439B-46ED-8747-FA1AD7D9F11E}">
      <dgm:prSet/>
      <dgm:spPr/>
      <dgm:t>
        <a:bodyPr/>
        <a:lstStyle/>
        <a:p>
          <a:endParaRPr lang="en-US"/>
        </a:p>
      </dgm:t>
    </dgm:pt>
    <dgm:pt modelId="{B3359A22-C350-4CAC-96F1-0C6EE37B8C43}">
      <dgm:prSet phldrT="[Text]" phldr="1"/>
      <dgm:spPr/>
      <dgm:t>
        <a:bodyPr/>
        <a:lstStyle/>
        <a:p>
          <a:endParaRPr lang="en-US"/>
        </a:p>
      </dgm:t>
    </dgm:pt>
    <dgm:pt modelId="{27858D1D-A39C-4486-97B7-A17107156EBD}" type="parTrans" cxnId="{F391B8AB-C415-41B6-AED7-59F2C67E6960}">
      <dgm:prSet/>
      <dgm:spPr/>
      <dgm:t>
        <a:bodyPr/>
        <a:lstStyle/>
        <a:p>
          <a:endParaRPr lang="en-US"/>
        </a:p>
      </dgm:t>
    </dgm:pt>
    <dgm:pt modelId="{7346B5A5-604D-4E1C-AA4E-F0C604E85D0E}" type="sibTrans" cxnId="{F391B8AB-C415-41B6-AED7-59F2C67E6960}">
      <dgm:prSet/>
      <dgm:spPr/>
      <dgm:t>
        <a:bodyPr/>
        <a:lstStyle/>
        <a:p>
          <a:endParaRPr lang="en-US"/>
        </a:p>
      </dgm:t>
    </dgm:pt>
    <dgm:pt modelId="{6CD40AC6-F704-4FC0-BFE4-95B3864776D6}">
      <dgm:prSet phldrT="[Text]"/>
      <dgm:spPr/>
      <dgm:t>
        <a:bodyPr/>
        <a:lstStyle/>
        <a:p>
          <a:r>
            <a:rPr lang="en-US" dirty="0" smtClean="0"/>
            <a:t>INSOMNIA IS MOST IN SALESPERSON </a:t>
          </a:r>
          <a:endParaRPr lang="en-US" dirty="0"/>
        </a:p>
      </dgm:t>
    </dgm:pt>
    <dgm:pt modelId="{82B79D0F-8712-4227-B46B-3C7AAA03B5C2}" type="parTrans" cxnId="{174A2065-09D5-4518-ADE8-0055512FFFAB}">
      <dgm:prSet/>
      <dgm:spPr/>
      <dgm:t>
        <a:bodyPr/>
        <a:lstStyle/>
        <a:p>
          <a:endParaRPr lang="en-US"/>
        </a:p>
      </dgm:t>
    </dgm:pt>
    <dgm:pt modelId="{A596885E-5934-4C0F-ABA3-D9F62B19E946}" type="sibTrans" cxnId="{174A2065-09D5-4518-ADE8-0055512FFFAB}">
      <dgm:prSet/>
      <dgm:spPr/>
      <dgm:t>
        <a:bodyPr/>
        <a:lstStyle/>
        <a:p>
          <a:endParaRPr lang="en-US"/>
        </a:p>
      </dgm:t>
    </dgm:pt>
    <dgm:pt modelId="{4C71911E-849A-4112-8953-801F72E3B5FF}">
      <dgm:prSet phldrT="[Text]" phldr="1"/>
      <dgm:spPr/>
      <dgm:t>
        <a:bodyPr/>
        <a:lstStyle/>
        <a:p>
          <a:endParaRPr lang="en-US" dirty="0"/>
        </a:p>
      </dgm:t>
    </dgm:pt>
    <dgm:pt modelId="{6037493C-FEFC-4973-854F-FAEEF38337FF}" type="parTrans" cxnId="{7DA7D974-F4F0-4F67-9F89-BB4009DD2F40}">
      <dgm:prSet/>
      <dgm:spPr/>
      <dgm:t>
        <a:bodyPr/>
        <a:lstStyle/>
        <a:p>
          <a:endParaRPr lang="en-US"/>
        </a:p>
      </dgm:t>
    </dgm:pt>
    <dgm:pt modelId="{DAC44136-8740-4948-A6BB-372BF0C8A280}" type="sibTrans" cxnId="{7DA7D974-F4F0-4F67-9F89-BB4009DD2F40}">
      <dgm:prSet/>
      <dgm:spPr/>
      <dgm:t>
        <a:bodyPr/>
        <a:lstStyle/>
        <a:p>
          <a:endParaRPr lang="en-US"/>
        </a:p>
      </dgm:t>
    </dgm:pt>
    <dgm:pt modelId="{50AD37E7-7634-4A1C-B6FF-3630EC4E67D5}">
      <dgm:prSet phldrT="[Text]"/>
      <dgm:spPr/>
      <dgm:t>
        <a:bodyPr/>
        <a:lstStyle/>
        <a:p>
          <a:r>
            <a:rPr lang="en-US" dirty="0" smtClean="0"/>
            <a:t>DOSTOR HAVE NO DISORDER</a:t>
          </a:r>
          <a:endParaRPr lang="en-US" dirty="0"/>
        </a:p>
      </dgm:t>
    </dgm:pt>
    <dgm:pt modelId="{F91AD91E-361D-46AB-9237-EE38ADA52F39}" type="parTrans" cxnId="{0225649A-357D-4150-8448-08E50064B578}">
      <dgm:prSet/>
      <dgm:spPr/>
      <dgm:t>
        <a:bodyPr/>
        <a:lstStyle/>
        <a:p>
          <a:endParaRPr lang="en-US"/>
        </a:p>
      </dgm:t>
    </dgm:pt>
    <dgm:pt modelId="{DD430526-0970-4467-AF4B-C73338247092}" type="sibTrans" cxnId="{0225649A-357D-4150-8448-08E50064B578}">
      <dgm:prSet/>
      <dgm:spPr/>
      <dgm:t>
        <a:bodyPr/>
        <a:lstStyle/>
        <a:p>
          <a:endParaRPr lang="en-US"/>
        </a:p>
      </dgm:t>
    </dgm:pt>
    <dgm:pt modelId="{05528120-3CFF-4C94-989E-E5829B784056}">
      <dgm:prSet phldrT="[Text]" phldr="1"/>
      <dgm:spPr/>
      <dgm:t>
        <a:bodyPr/>
        <a:lstStyle/>
        <a:p>
          <a:endParaRPr lang="en-US" dirty="0"/>
        </a:p>
      </dgm:t>
    </dgm:pt>
    <dgm:pt modelId="{84C3EFB7-BD41-4CD6-87DE-779D306556C4}" type="parTrans" cxnId="{D0AEB78F-067E-48F6-8FE8-E28BFF1E743F}">
      <dgm:prSet/>
      <dgm:spPr/>
      <dgm:t>
        <a:bodyPr/>
        <a:lstStyle/>
        <a:p>
          <a:endParaRPr lang="en-US"/>
        </a:p>
      </dgm:t>
    </dgm:pt>
    <dgm:pt modelId="{046F2433-E90F-4DED-9BCE-0AC4C278492E}" type="sibTrans" cxnId="{D0AEB78F-067E-48F6-8FE8-E28BFF1E743F}">
      <dgm:prSet/>
      <dgm:spPr/>
      <dgm:t>
        <a:bodyPr/>
        <a:lstStyle/>
        <a:p>
          <a:endParaRPr lang="en-US"/>
        </a:p>
      </dgm:t>
    </dgm:pt>
    <dgm:pt modelId="{27FF3142-AA9D-4F2F-9126-F462887D74E8}" type="pres">
      <dgm:prSet presAssocID="{731A4436-AA12-4885-9735-A49621E45DFE}" presName="Name0" presStyleCnt="0">
        <dgm:presLayoutVars>
          <dgm:chMax/>
          <dgm:chPref/>
          <dgm:dir/>
          <dgm:animLvl val="lvl"/>
        </dgm:presLayoutVars>
      </dgm:prSet>
      <dgm:spPr/>
    </dgm:pt>
    <dgm:pt modelId="{76C1F07B-1852-4C6C-BC7B-78DA434B2279}" type="pres">
      <dgm:prSet presAssocID="{9643972F-BDCB-444E-9478-B87B78AB9D1C}" presName="composite" presStyleCnt="0"/>
      <dgm:spPr/>
    </dgm:pt>
    <dgm:pt modelId="{0F468D33-7F4E-438C-BD74-989E9D0FECAA}" type="pres">
      <dgm:prSet presAssocID="{9643972F-BDCB-444E-9478-B87B78AB9D1C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190393-04CD-479C-9D48-66418E2BC722}" type="pres">
      <dgm:prSet presAssocID="{9643972F-BDCB-444E-9478-B87B78AB9D1C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B27C7AC3-8FE9-448F-AD67-21F1112D7990}" type="pres">
      <dgm:prSet presAssocID="{9643972F-BDCB-444E-9478-B87B78AB9D1C}" presName="BalanceSpacing" presStyleCnt="0"/>
      <dgm:spPr/>
    </dgm:pt>
    <dgm:pt modelId="{46890DB2-ED6B-4EA8-B714-F2A73280FBB6}" type="pres">
      <dgm:prSet presAssocID="{9643972F-BDCB-444E-9478-B87B78AB9D1C}" presName="BalanceSpacing1" presStyleCnt="0"/>
      <dgm:spPr/>
    </dgm:pt>
    <dgm:pt modelId="{B712B297-DF3B-4270-9132-3DD7173C8E03}" type="pres">
      <dgm:prSet presAssocID="{7A9B02A6-6ED2-4B20-A4B1-4A2A91995597}" presName="Accent1Text" presStyleLbl="node1" presStyleIdx="1" presStyleCnt="6"/>
      <dgm:spPr/>
    </dgm:pt>
    <dgm:pt modelId="{55720BB7-5E10-4C3A-9B44-C9B80215095B}" type="pres">
      <dgm:prSet presAssocID="{7A9B02A6-6ED2-4B20-A4B1-4A2A91995597}" presName="spaceBetweenRectangles" presStyleCnt="0"/>
      <dgm:spPr/>
    </dgm:pt>
    <dgm:pt modelId="{E3ADCEEA-3F27-41CC-B348-523883DE1648}" type="pres">
      <dgm:prSet presAssocID="{6CD40AC6-F704-4FC0-BFE4-95B3864776D6}" presName="composite" presStyleCnt="0"/>
      <dgm:spPr/>
    </dgm:pt>
    <dgm:pt modelId="{6FB86967-C2F6-4D52-B76B-7F1F486D7CAB}" type="pres">
      <dgm:prSet presAssocID="{6CD40AC6-F704-4FC0-BFE4-95B3864776D6}" presName="Parent1" presStyleLbl="node1" presStyleIdx="2" presStyleCnt="6" custScaleX="104103" custScaleY="102101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05C7D8-2DE5-429C-A219-A8320CAE26B9}" type="pres">
      <dgm:prSet presAssocID="{6CD40AC6-F704-4FC0-BFE4-95B3864776D6}" presName="Childtext1" presStyleLbl="revTx" presStyleIdx="1" presStyleCnt="3" custLinFactNeighborX="0" custLinFactNeighborY="-20810">
        <dgm:presLayoutVars>
          <dgm:chMax val="0"/>
          <dgm:chPref val="0"/>
          <dgm:bulletEnabled val="1"/>
        </dgm:presLayoutVars>
      </dgm:prSet>
      <dgm:spPr/>
    </dgm:pt>
    <dgm:pt modelId="{4F63B1C9-C82E-4C22-817B-AAD320D98620}" type="pres">
      <dgm:prSet presAssocID="{6CD40AC6-F704-4FC0-BFE4-95B3864776D6}" presName="BalanceSpacing" presStyleCnt="0"/>
      <dgm:spPr/>
    </dgm:pt>
    <dgm:pt modelId="{C26642F5-B040-488F-9429-8D5A76135B6A}" type="pres">
      <dgm:prSet presAssocID="{6CD40AC6-F704-4FC0-BFE4-95B3864776D6}" presName="BalanceSpacing1" presStyleCnt="0"/>
      <dgm:spPr/>
    </dgm:pt>
    <dgm:pt modelId="{2F3FA2B2-C875-46EC-986B-FA776FD8C097}" type="pres">
      <dgm:prSet presAssocID="{A596885E-5934-4C0F-ABA3-D9F62B19E946}" presName="Accent1Text" presStyleLbl="node1" presStyleIdx="3" presStyleCnt="6"/>
      <dgm:spPr/>
    </dgm:pt>
    <dgm:pt modelId="{A95547FE-E9DB-4E3C-921A-C52C64A642C8}" type="pres">
      <dgm:prSet presAssocID="{A596885E-5934-4C0F-ABA3-D9F62B19E946}" presName="spaceBetweenRectangles" presStyleCnt="0"/>
      <dgm:spPr/>
    </dgm:pt>
    <dgm:pt modelId="{C37036E0-EB45-455F-BFC6-7CC6FB682446}" type="pres">
      <dgm:prSet presAssocID="{50AD37E7-7634-4A1C-B6FF-3630EC4E67D5}" presName="composite" presStyleCnt="0"/>
      <dgm:spPr/>
    </dgm:pt>
    <dgm:pt modelId="{B3E4BB50-5A8D-4126-ACE2-E88D3CE0C644}" type="pres">
      <dgm:prSet presAssocID="{50AD37E7-7634-4A1C-B6FF-3630EC4E67D5}" presName="Parent1" presStyleLbl="node1" presStyleIdx="4" presStyleCnt="6" custLinFactNeighborX="-2824" custLinFactNeighborY="-819">
        <dgm:presLayoutVars>
          <dgm:chMax val="1"/>
          <dgm:chPref val="1"/>
          <dgm:bulletEnabled val="1"/>
        </dgm:presLayoutVars>
      </dgm:prSet>
      <dgm:spPr/>
    </dgm:pt>
    <dgm:pt modelId="{A0036FCF-47D6-49D9-BDF8-EB809F81BF84}" type="pres">
      <dgm:prSet presAssocID="{50AD37E7-7634-4A1C-B6FF-3630EC4E67D5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64731098-E015-4E52-BA74-587EE80FB0F9}" type="pres">
      <dgm:prSet presAssocID="{50AD37E7-7634-4A1C-B6FF-3630EC4E67D5}" presName="BalanceSpacing" presStyleCnt="0"/>
      <dgm:spPr/>
    </dgm:pt>
    <dgm:pt modelId="{854B9C35-1C1E-4C7D-86B0-2F4E6AB3C294}" type="pres">
      <dgm:prSet presAssocID="{50AD37E7-7634-4A1C-B6FF-3630EC4E67D5}" presName="BalanceSpacing1" presStyleCnt="0"/>
      <dgm:spPr/>
    </dgm:pt>
    <dgm:pt modelId="{E9B0839F-CFDA-4C34-9B7B-2B6CD58F903C}" type="pres">
      <dgm:prSet presAssocID="{DD430526-0970-4467-AF4B-C73338247092}" presName="Accent1Text" presStyleLbl="node1" presStyleIdx="5" presStyleCnt="6"/>
      <dgm:spPr/>
    </dgm:pt>
  </dgm:ptLst>
  <dgm:cxnLst>
    <dgm:cxn modelId="{0225649A-357D-4150-8448-08E50064B578}" srcId="{731A4436-AA12-4885-9735-A49621E45DFE}" destId="{50AD37E7-7634-4A1C-B6FF-3630EC4E67D5}" srcOrd="2" destOrd="0" parTransId="{F91AD91E-361D-46AB-9237-EE38ADA52F39}" sibTransId="{DD430526-0970-4467-AF4B-C73338247092}"/>
    <dgm:cxn modelId="{3E1D5E66-E5D1-4758-93F0-98ED107FC00A}" type="presOf" srcId="{4C71911E-849A-4112-8953-801F72E3B5FF}" destId="{2405C7D8-2DE5-429C-A219-A8320CAE26B9}" srcOrd="0" destOrd="0" presId="urn:microsoft.com/office/officeart/2008/layout/AlternatingHexagons"/>
    <dgm:cxn modelId="{B629F5F1-F517-4894-B995-B94D8D91A1BE}" type="presOf" srcId="{DD430526-0970-4467-AF4B-C73338247092}" destId="{E9B0839F-CFDA-4C34-9B7B-2B6CD58F903C}" srcOrd="0" destOrd="0" presId="urn:microsoft.com/office/officeart/2008/layout/AlternatingHexagons"/>
    <dgm:cxn modelId="{9BD8C301-7898-4FC8-B17F-47815E4FE5EB}" type="presOf" srcId="{6CD40AC6-F704-4FC0-BFE4-95B3864776D6}" destId="{6FB86967-C2F6-4D52-B76B-7F1F486D7CAB}" srcOrd="0" destOrd="0" presId="urn:microsoft.com/office/officeart/2008/layout/AlternatingHexagons"/>
    <dgm:cxn modelId="{D834AD48-418D-438A-B1CC-C06D74BBD6A0}" type="presOf" srcId="{7A9B02A6-6ED2-4B20-A4B1-4A2A91995597}" destId="{B712B297-DF3B-4270-9132-3DD7173C8E03}" srcOrd="0" destOrd="0" presId="urn:microsoft.com/office/officeart/2008/layout/AlternatingHexagons"/>
    <dgm:cxn modelId="{D0AEB78F-067E-48F6-8FE8-E28BFF1E743F}" srcId="{50AD37E7-7634-4A1C-B6FF-3630EC4E67D5}" destId="{05528120-3CFF-4C94-989E-E5829B784056}" srcOrd="0" destOrd="0" parTransId="{84C3EFB7-BD41-4CD6-87DE-779D306556C4}" sibTransId="{046F2433-E90F-4DED-9BCE-0AC4C278492E}"/>
    <dgm:cxn modelId="{4BDAADD9-1724-4D98-917D-ABE858A50126}" type="presOf" srcId="{A596885E-5934-4C0F-ABA3-D9F62B19E946}" destId="{2F3FA2B2-C875-46EC-986B-FA776FD8C097}" srcOrd="0" destOrd="0" presId="urn:microsoft.com/office/officeart/2008/layout/AlternatingHexagons"/>
    <dgm:cxn modelId="{EEC8F1B8-F2A9-4A58-915A-FDF2D287E929}" type="presOf" srcId="{B3359A22-C350-4CAC-96F1-0C6EE37B8C43}" destId="{55190393-04CD-479C-9D48-66418E2BC722}" srcOrd="0" destOrd="0" presId="urn:microsoft.com/office/officeart/2008/layout/AlternatingHexagons"/>
    <dgm:cxn modelId="{E55817D4-439B-46ED-8747-FA1AD7D9F11E}" srcId="{731A4436-AA12-4885-9735-A49621E45DFE}" destId="{9643972F-BDCB-444E-9478-B87B78AB9D1C}" srcOrd="0" destOrd="0" parTransId="{E0EFEA80-0F92-4FD3-8CAB-B19DFDF42326}" sibTransId="{7A9B02A6-6ED2-4B20-A4B1-4A2A91995597}"/>
    <dgm:cxn modelId="{174A2065-09D5-4518-ADE8-0055512FFFAB}" srcId="{731A4436-AA12-4885-9735-A49621E45DFE}" destId="{6CD40AC6-F704-4FC0-BFE4-95B3864776D6}" srcOrd="1" destOrd="0" parTransId="{82B79D0F-8712-4227-B46B-3C7AAA03B5C2}" sibTransId="{A596885E-5934-4C0F-ABA3-D9F62B19E946}"/>
    <dgm:cxn modelId="{65610063-7153-43C9-AA66-11F499015CCD}" type="presOf" srcId="{731A4436-AA12-4885-9735-A49621E45DFE}" destId="{27FF3142-AA9D-4F2F-9126-F462887D74E8}" srcOrd="0" destOrd="0" presId="urn:microsoft.com/office/officeart/2008/layout/AlternatingHexagons"/>
    <dgm:cxn modelId="{F391B8AB-C415-41B6-AED7-59F2C67E6960}" srcId="{9643972F-BDCB-444E-9478-B87B78AB9D1C}" destId="{B3359A22-C350-4CAC-96F1-0C6EE37B8C43}" srcOrd="0" destOrd="0" parTransId="{27858D1D-A39C-4486-97B7-A17107156EBD}" sibTransId="{7346B5A5-604D-4E1C-AA4E-F0C604E85D0E}"/>
    <dgm:cxn modelId="{297ABAC8-7594-4F45-9656-3D457090BF4B}" type="presOf" srcId="{9643972F-BDCB-444E-9478-B87B78AB9D1C}" destId="{0F468D33-7F4E-438C-BD74-989E9D0FECAA}" srcOrd="0" destOrd="0" presId="urn:microsoft.com/office/officeart/2008/layout/AlternatingHexagons"/>
    <dgm:cxn modelId="{7C5A3D10-C044-45E0-8D27-03682EB1A066}" type="presOf" srcId="{50AD37E7-7634-4A1C-B6FF-3630EC4E67D5}" destId="{B3E4BB50-5A8D-4126-ACE2-E88D3CE0C644}" srcOrd="0" destOrd="0" presId="urn:microsoft.com/office/officeart/2008/layout/AlternatingHexagons"/>
    <dgm:cxn modelId="{7DA7D974-F4F0-4F67-9F89-BB4009DD2F40}" srcId="{6CD40AC6-F704-4FC0-BFE4-95B3864776D6}" destId="{4C71911E-849A-4112-8953-801F72E3B5FF}" srcOrd="0" destOrd="0" parTransId="{6037493C-FEFC-4973-854F-FAEEF38337FF}" sibTransId="{DAC44136-8740-4948-A6BB-372BF0C8A280}"/>
    <dgm:cxn modelId="{B2488417-455F-423D-AE11-9FEA40ACC680}" type="presOf" srcId="{05528120-3CFF-4C94-989E-E5829B784056}" destId="{A0036FCF-47D6-49D9-BDF8-EB809F81BF84}" srcOrd="0" destOrd="0" presId="urn:microsoft.com/office/officeart/2008/layout/AlternatingHexagons"/>
    <dgm:cxn modelId="{51998A82-9349-4406-AF6B-4E0E5C3CC7A8}" type="presParOf" srcId="{27FF3142-AA9D-4F2F-9126-F462887D74E8}" destId="{76C1F07B-1852-4C6C-BC7B-78DA434B2279}" srcOrd="0" destOrd="0" presId="urn:microsoft.com/office/officeart/2008/layout/AlternatingHexagons"/>
    <dgm:cxn modelId="{D68613FB-993C-4866-AFFA-9E0E8088BC51}" type="presParOf" srcId="{76C1F07B-1852-4C6C-BC7B-78DA434B2279}" destId="{0F468D33-7F4E-438C-BD74-989E9D0FECAA}" srcOrd="0" destOrd="0" presId="urn:microsoft.com/office/officeart/2008/layout/AlternatingHexagons"/>
    <dgm:cxn modelId="{9F9689F8-DCB3-4482-A8EE-F9146C8A510E}" type="presParOf" srcId="{76C1F07B-1852-4C6C-BC7B-78DA434B2279}" destId="{55190393-04CD-479C-9D48-66418E2BC722}" srcOrd="1" destOrd="0" presId="urn:microsoft.com/office/officeart/2008/layout/AlternatingHexagons"/>
    <dgm:cxn modelId="{FE5B88A5-2047-458C-B0E9-66736DAC3023}" type="presParOf" srcId="{76C1F07B-1852-4C6C-BC7B-78DA434B2279}" destId="{B27C7AC3-8FE9-448F-AD67-21F1112D7990}" srcOrd="2" destOrd="0" presId="urn:microsoft.com/office/officeart/2008/layout/AlternatingHexagons"/>
    <dgm:cxn modelId="{4F5BC21D-E1A0-42D9-BE86-0DBD7DBD472A}" type="presParOf" srcId="{76C1F07B-1852-4C6C-BC7B-78DA434B2279}" destId="{46890DB2-ED6B-4EA8-B714-F2A73280FBB6}" srcOrd="3" destOrd="0" presId="urn:microsoft.com/office/officeart/2008/layout/AlternatingHexagons"/>
    <dgm:cxn modelId="{490877BF-17ED-4E23-82AF-A23035677DBE}" type="presParOf" srcId="{76C1F07B-1852-4C6C-BC7B-78DA434B2279}" destId="{B712B297-DF3B-4270-9132-3DD7173C8E03}" srcOrd="4" destOrd="0" presId="urn:microsoft.com/office/officeart/2008/layout/AlternatingHexagons"/>
    <dgm:cxn modelId="{27B95E74-A608-4099-8E45-607EC75E9BF9}" type="presParOf" srcId="{27FF3142-AA9D-4F2F-9126-F462887D74E8}" destId="{55720BB7-5E10-4C3A-9B44-C9B80215095B}" srcOrd="1" destOrd="0" presId="urn:microsoft.com/office/officeart/2008/layout/AlternatingHexagons"/>
    <dgm:cxn modelId="{DADDFBEB-7BE0-4A12-9460-B62915B47948}" type="presParOf" srcId="{27FF3142-AA9D-4F2F-9126-F462887D74E8}" destId="{E3ADCEEA-3F27-41CC-B348-523883DE1648}" srcOrd="2" destOrd="0" presId="urn:microsoft.com/office/officeart/2008/layout/AlternatingHexagons"/>
    <dgm:cxn modelId="{374B52C9-B6F5-48C2-9867-89A069F766C6}" type="presParOf" srcId="{E3ADCEEA-3F27-41CC-B348-523883DE1648}" destId="{6FB86967-C2F6-4D52-B76B-7F1F486D7CAB}" srcOrd="0" destOrd="0" presId="urn:microsoft.com/office/officeart/2008/layout/AlternatingHexagons"/>
    <dgm:cxn modelId="{48D8B0FF-A1B7-4E69-8645-9ABBA27D3693}" type="presParOf" srcId="{E3ADCEEA-3F27-41CC-B348-523883DE1648}" destId="{2405C7D8-2DE5-429C-A219-A8320CAE26B9}" srcOrd="1" destOrd="0" presId="urn:microsoft.com/office/officeart/2008/layout/AlternatingHexagons"/>
    <dgm:cxn modelId="{03A7699C-F176-41A3-AAA4-5CA2FCF85D96}" type="presParOf" srcId="{E3ADCEEA-3F27-41CC-B348-523883DE1648}" destId="{4F63B1C9-C82E-4C22-817B-AAD320D98620}" srcOrd="2" destOrd="0" presId="urn:microsoft.com/office/officeart/2008/layout/AlternatingHexagons"/>
    <dgm:cxn modelId="{53B5666A-16A2-4FBA-B093-A704A7C97C89}" type="presParOf" srcId="{E3ADCEEA-3F27-41CC-B348-523883DE1648}" destId="{C26642F5-B040-488F-9429-8D5A76135B6A}" srcOrd="3" destOrd="0" presId="urn:microsoft.com/office/officeart/2008/layout/AlternatingHexagons"/>
    <dgm:cxn modelId="{0E87F275-652E-4216-9861-12028A1261D3}" type="presParOf" srcId="{E3ADCEEA-3F27-41CC-B348-523883DE1648}" destId="{2F3FA2B2-C875-46EC-986B-FA776FD8C097}" srcOrd="4" destOrd="0" presId="urn:microsoft.com/office/officeart/2008/layout/AlternatingHexagons"/>
    <dgm:cxn modelId="{AE379316-01A6-4A7E-8897-270F710100B4}" type="presParOf" srcId="{27FF3142-AA9D-4F2F-9126-F462887D74E8}" destId="{A95547FE-E9DB-4E3C-921A-C52C64A642C8}" srcOrd="3" destOrd="0" presId="urn:microsoft.com/office/officeart/2008/layout/AlternatingHexagons"/>
    <dgm:cxn modelId="{C0AB85AB-48B4-427F-AE51-48A9F143B428}" type="presParOf" srcId="{27FF3142-AA9D-4F2F-9126-F462887D74E8}" destId="{C37036E0-EB45-455F-BFC6-7CC6FB682446}" srcOrd="4" destOrd="0" presId="urn:microsoft.com/office/officeart/2008/layout/AlternatingHexagons"/>
    <dgm:cxn modelId="{8C6EE866-D583-4136-85DC-B220D6017485}" type="presParOf" srcId="{C37036E0-EB45-455F-BFC6-7CC6FB682446}" destId="{B3E4BB50-5A8D-4126-ACE2-E88D3CE0C644}" srcOrd="0" destOrd="0" presId="urn:microsoft.com/office/officeart/2008/layout/AlternatingHexagons"/>
    <dgm:cxn modelId="{A1AF7E88-3BB4-4D7C-91CF-116E3629AEE7}" type="presParOf" srcId="{C37036E0-EB45-455F-BFC6-7CC6FB682446}" destId="{A0036FCF-47D6-49D9-BDF8-EB809F81BF84}" srcOrd="1" destOrd="0" presId="urn:microsoft.com/office/officeart/2008/layout/AlternatingHexagons"/>
    <dgm:cxn modelId="{DA538E4A-8425-484A-8F5C-F921151C17FC}" type="presParOf" srcId="{C37036E0-EB45-455F-BFC6-7CC6FB682446}" destId="{64731098-E015-4E52-BA74-587EE80FB0F9}" srcOrd="2" destOrd="0" presId="urn:microsoft.com/office/officeart/2008/layout/AlternatingHexagons"/>
    <dgm:cxn modelId="{56CE0C28-1855-424B-A6C7-97AB9EB63EC4}" type="presParOf" srcId="{C37036E0-EB45-455F-BFC6-7CC6FB682446}" destId="{854B9C35-1C1E-4C7D-86B0-2F4E6AB3C294}" srcOrd="3" destOrd="0" presId="urn:microsoft.com/office/officeart/2008/layout/AlternatingHexagons"/>
    <dgm:cxn modelId="{F2E540A5-D5CC-4A00-B29F-B50F51CA0210}" type="presParOf" srcId="{C37036E0-EB45-455F-BFC6-7CC6FB682446}" destId="{E9B0839F-CFDA-4C34-9B7B-2B6CD58F903C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873A776-59BA-4BE8-8410-ED1DBC93AC3C}" type="doc">
      <dgm:prSet loTypeId="urn:microsoft.com/office/officeart/2008/layout/AlternatingHexagons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B9273B-62F7-4960-A7EC-4546EF656745}">
      <dgm:prSet phldrT="[Text]"/>
      <dgm:spPr/>
      <dgm:t>
        <a:bodyPr/>
        <a:lstStyle/>
        <a:p>
          <a:r>
            <a:rPr lang="en-US" dirty="0" smtClean="0"/>
            <a:t>Higher stress reduces sleep quality.</a:t>
          </a:r>
          <a:endParaRPr lang="en-US" dirty="0"/>
        </a:p>
      </dgm:t>
    </dgm:pt>
    <dgm:pt modelId="{D4154568-D415-4F20-9F4C-3203A22BFF47}" type="parTrans" cxnId="{F471D660-CB8A-41C2-BD2B-2B9402859C30}">
      <dgm:prSet/>
      <dgm:spPr/>
      <dgm:t>
        <a:bodyPr/>
        <a:lstStyle/>
        <a:p>
          <a:endParaRPr lang="en-US"/>
        </a:p>
      </dgm:t>
    </dgm:pt>
    <dgm:pt modelId="{2D213F5A-84B6-46E9-8DBC-DEB5D65B1A28}" type="sibTrans" cxnId="{F471D660-CB8A-41C2-BD2B-2B9402859C30}">
      <dgm:prSet/>
      <dgm:spPr/>
      <dgm:t>
        <a:bodyPr/>
        <a:lstStyle/>
        <a:p>
          <a:endParaRPr lang="en-US"/>
        </a:p>
      </dgm:t>
    </dgm:pt>
    <dgm:pt modelId="{3E2A06B6-C770-4B52-9FBC-FF34D68B5C05}">
      <dgm:prSet phldrT="[Text]" phldr="1"/>
      <dgm:spPr/>
      <dgm:t>
        <a:bodyPr/>
        <a:lstStyle/>
        <a:p>
          <a:endParaRPr lang="en-US"/>
        </a:p>
      </dgm:t>
    </dgm:pt>
    <dgm:pt modelId="{52987BA9-8158-4917-B20A-194253A95003}" type="parTrans" cxnId="{E8E23FBF-38BA-44CC-B7AC-B85DF9B728A5}">
      <dgm:prSet/>
      <dgm:spPr/>
      <dgm:t>
        <a:bodyPr/>
        <a:lstStyle/>
        <a:p>
          <a:endParaRPr lang="en-US"/>
        </a:p>
      </dgm:t>
    </dgm:pt>
    <dgm:pt modelId="{DE899DE9-B963-451F-994B-2A47ED485E4B}" type="sibTrans" cxnId="{E8E23FBF-38BA-44CC-B7AC-B85DF9B728A5}">
      <dgm:prSet/>
      <dgm:spPr/>
      <dgm:t>
        <a:bodyPr/>
        <a:lstStyle/>
        <a:p>
          <a:endParaRPr lang="en-US"/>
        </a:p>
      </dgm:t>
    </dgm:pt>
    <dgm:pt modelId="{40316943-546B-4A86-A3D0-9F8C24D7164C}">
      <dgm:prSet phldrT="[Text]"/>
      <dgm:spPr/>
      <dgm:t>
        <a:bodyPr/>
        <a:lstStyle/>
        <a:p>
          <a:r>
            <a:rPr lang="en-US" dirty="0" smtClean="0"/>
            <a:t>Physical activity is linked to better sleep.</a:t>
          </a:r>
          <a:endParaRPr lang="en-US" dirty="0"/>
        </a:p>
      </dgm:t>
    </dgm:pt>
    <dgm:pt modelId="{EEC355F3-2E2A-41A9-93A4-8441B3B77D6E}" type="parTrans" cxnId="{0FB13CE4-E6C5-4998-80D7-032B78237655}">
      <dgm:prSet/>
      <dgm:spPr/>
      <dgm:t>
        <a:bodyPr/>
        <a:lstStyle/>
        <a:p>
          <a:endParaRPr lang="en-US"/>
        </a:p>
      </dgm:t>
    </dgm:pt>
    <dgm:pt modelId="{1869C1D7-64CF-411E-A0E8-73F732678504}" type="sibTrans" cxnId="{0FB13CE4-E6C5-4998-80D7-032B78237655}">
      <dgm:prSet/>
      <dgm:spPr/>
      <dgm:t>
        <a:bodyPr/>
        <a:lstStyle/>
        <a:p>
          <a:endParaRPr lang="en-US"/>
        </a:p>
      </dgm:t>
    </dgm:pt>
    <dgm:pt modelId="{7B915429-DDA4-4BC4-99DB-22383A5D3920}">
      <dgm:prSet phldrT="[Text]" phldr="1"/>
      <dgm:spPr/>
      <dgm:t>
        <a:bodyPr/>
        <a:lstStyle/>
        <a:p>
          <a:endParaRPr lang="en-US"/>
        </a:p>
      </dgm:t>
    </dgm:pt>
    <dgm:pt modelId="{59EAD23B-398F-4131-8B49-D5068A1A2603}" type="parTrans" cxnId="{389300D5-511A-4A7C-95CD-43553DFE91E1}">
      <dgm:prSet/>
      <dgm:spPr/>
      <dgm:t>
        <a:bodyPr/>
        <a:lstStyle/>
        <a:p>
          <a:endParaRPr lang="en-US"/>
        </a:p>
      </dgm:t>
    </dgm:pt>
    <dgm:pt modelId="{1DD8450E-1395-4722-809B-95C6781D26AF}" type="sibTrans" cxnId="{389300D5-511A-4A7C-95CD-43553DFE91E1}">
      <dgm:prSet/>
      <dgm:spPr/>
      <dgm:t>
        <a:bodyPr/>
        <a:lstStyle/>
        <a:p>
          <a:endParaRPr lang="en-US"/>
        </a:p>
      </dgm:t>
    </dgm:pt>
    <dgm:pt modelId="{1F92F384-7B09-4509-B823-2A09F17864E1}">
      <dgm:prSet phldrT="[Text]"/>
      <dgm:spPr/>
      <dgm:t>
        <a:bodyPr/>
        <a:lstStyle/>
        <a:p>
          <a:r>
            <a:rPr lang="en-US" dirty="0" smtClean="0"/>
            <a:t>Age is moderately associated with longer sleep duration </a:t>
          </a:r>
          <a:endParaRPr lang="en-US" dirty="0"/>
        </a:p>
      </dgm:t>
    </dgm:pt>
    <dgm:pt modelId="{01066D0D-3765-49AF-9F4F-4E2DF66BE4E5}" type="parTrans" cxnId="{9D172BBB-820C-4795-A02A-2518152F0DAB}">
      <dgm:prSet/>
      <dgm:spPr/>
      <dgm:t>
        <a:bodyPr/>
        <a:lstStyle/>
        <a:p>
          <a:endParaRPr lang="en-US"/>
        </a:p>
      </dgm:t>
    </dgm:pt>
    <dgm:pt modelId="{131A4B1E-CE89-4665-96B7-18DE3CD06486}" type="sibTrans" cxnId="{9D172BBB-820C-4795-A02A-2518152F0DAB}">
      <dgm:prSet/>
      <dgm:spPr/>
      <dgm:t>
        <a:bodyPr/>
        <a:lstStyle/>
        <a:p>
          <a:endParaRPr lang="en-US"/>
        </a:p>
      </dgm:t>
    </dgm:pt>
    <dgm:pt modelId="{47AE65EB-EA89-4D70-A2B3-D79CEDA93A81}">
      <dgm:prSet phldrT="[Text]" phldr="1"/>
      <dgm:spPr/>
      <dgm:t>
        <a:bodyPr/>
        <a:lstStyle/>
        <a:p>
          <a:endParaRPr lang="en-US"/>
        </a:p>
      </dgm:t>
    </dgm:pt>
    <dgm:pt modelId="{540B4EA4-7F21-4332-9EFA-2832E674DCF2}" type="parTrans" cxnId="{178963E3-A6B5-461C-AD50-8730DE896063}">
      <dgm:prSet/>
      <dgm:spPr/>
      <dgm:t>
        <a:bodyPr/>
        <a:lstStyle/>
        <a:p>
          <a:endParaRPr lang="en-US"/>
        </a:p>
      </dgm:t>
    </dgm:pt>
    <dgm:pt modelId="{FC1F0C84-9BB0-403E-A9C2-BC7127A56D66}" type="sibTrans" cxnId="{178963E3-A6B5-461C-AD50-8730DE896063}">
      <dgm:prSet/>
      <dgm:spPr/>
      <dgm:t>
        <a:bodyPr/>
        <a:lstStyle/>
        <a:p>
          <a:endParaRPr lang="en-US"/>
        </a:p>
      </dgm:t>
    </dgm:pt>
    <dgm:pt modelId="{54DC11B9-7117-40C9-8E04-DF38D0E30675}" type="pres">
      <dgm:prSet presAssocID="{E873A776-59BA-4BE8-8410-ED1DBC93AC3C}" presName="Name0" presStyleCnt="0">
        <dgm:presLayoutVars>
          <dgm:chMax/>
          <dgm:chPref/>
          <dgm:dir/>
          <dgm:animLvl val="lvl"/>
        </dgm:presLayoutVars>
      </dgm:prSet>
      <dgm:spPr/>
    </dgm:pt>
    <dgm:pt modelId="{ECB76981-D709-4B7F-A24F-A500952F5B8B}" type="pres">
      <dgm:prSet presAssocID="{3DB9273B-62F7-4960-A7EC-4546EF656745}" presName="composite" presStyleCnt="0"/>
      <dgm:spPr/>
    </dgm:pt>
    <dgm:pt modelId="{04C74C27-A89D-43B5-B712-FF11BF632F9B}" type="pres">
      <dgm:prSet presAssocID="{3DB9273B-62F7-4960-A7EC-4546EF656745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4890CB-0636-4FE0-98FE-1EED74695B85}" type="pres">
      <dgm:prSet presAssocID="{3DB9273B-62F7-4960-A7EC-4546EF656745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BEA85C77-C27A-4681-B591-CA8AF26B5ED2}" type="pres">
      <dgm:prSet presAssocID="{3DB9273B-62F7-4960-A7EC-4546EF656745}" presName="BalanceSpacing" presStyleCnt="0"/>
      <dgm:spPr/>
    </dgm:pt>
    <dgm:pt modelId="{DF760DE3-A087-4237-9A2E-ACD0BC7FB121}" type="pres">
      <dgm:prSet presAssocID="{3DB9273B-62F7-4960-A7EC-4546EF656745}" presName="BalanceSpacing1" presStyleCnt="0"/>
      <dgm:spPr/>
    </dgm:pt>
    <dgm:pt modelId="{FEF62C07-DB51-4B1E-BDAA-02C004EDECA7}" type="pres">
      <dgm:prSet presAssocID="{2D213F5A-84B6-46E9-8DBC-DEB5D65B1A28}" presName="Accent1Text" presStyleLbl="node1" presStyleIdx="1" presStyleCnt="6"/>
      <dgm:spPr/>
    </dgm:pt>
    <dgm:pt modelId="{5C88BD38-D526-4BE8-B414-2248A67D3182}" type="pres">
      <dgm:prSet presAssocID="{2D213F5A-84B6-46E9-8DBC-DEB5D65B1A28}" presName="spaceBetweenRectangles" presStyleCnt="0"/>
      <dgm:spPr/>
    </dgm:pt>
    <dgm:pt modelId="{5CD54C8D-2011-4BAF-8A95-3495B63B5E69}" type="pres">
      <dgm:prSet presAssocID="{40316943-546B-4A86-A3D0-9F8C24D7164C}" presName="composite" presStyleCnt="0"/>
      <dgm:spPr/>
    </dgm:pt>
    <dgm:pt modelId="{CBAACEEF-D1CD-491B-80C8-6F53D6C507A1}" type="pres">
      <dgm:prSet presAssocID="{40316943-546B-4A86-A3D0-9F8C24D7164C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F356D9-30BF-4555-9596-F7F63FC71DA9}" type="pres">
      <dgm:prSet presAssocID="{40316943-546B-4A86-A3D0-9F8C24D7164C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67C6579A-E076-49C3-AF82-3FF3D440195F}" type="pres">
      <dgm:prSet presAssocID="{40316943-546B-4A86-A3D0-9F8C24D7164C}" presName="BalanceSpacing" presStyleCnt="0"/>
      <dgm:spPr/>
    </dgm:pt>
    <dgm:pt modelId="{C8A1A70E-821C-4CE0-90D9-BD776D72592E}" type="pres">
      <dgm:prSet presAssocID="{40316943-546B-4A86-A3D0-9F8C24D7164C}" presName="BalanceSpacing1" presStyleCnt="0"/>
      <dgm:spPr/>
    </dgm:pt>
    <dgm:pt modelId="{5B1AAE78-E411-4BCE-BCE3-A0D3C14FF3F1}" type="pres">
      <dgm:prSet presAssocID="{1869C1D7-64CF-411E-A0E8-73F732678504}" presName="Accent1Text" presStyleLbl="node1" presStyleIdx="3" presStyleCnt="6"/>
      <dgm:spPr/>
    </dgm:pt>
    <dgm:pt modelId="{4F181E5D-0A0C-4ED8-85B2-183DA0D5F12F}" type="pres">
      <dgm:prSet presAssocID="{1869C1D7-64CF-411E-A0E8-73F732678504}" presName="spaceBetweenRectangles" presStyleCnt="0"/>
      <dgm:spPr/>
    </dgm:pt>
    <dgm:pt modelId="{0F504301-B9D0-4AAB-808D-584DDA0E1290}" type="pres">
      <dgm:prSet presAssocID="{1F92F384-7B09-4509-B823-2A09F17864E1}" presName="composite" presStyleCnt="0"/>
      <dgm:spPr/>
    </dgm:pt>
    <dgm:pt modelId="{4D07C69F-2B39-455D-8EF8-0D4BF97D2503}" type="pres">
      <dgm:prSet presAssocID="{1F92F384-7B09-4509-B823-2A09F17864E1}" presName="Parent1" presStyleLbl="node1" presStyleIdx="4" presStyleCnt="6" custLinFactNeighborX="790" custLinFactNeighborY="-2749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58C3D9-31BD-4AEA-8D59-317485460FC7}" type="pres">
      <dgm:prSet presAssocID="{1F92F384-7B09-4509-B823-2A09F17864E1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0D1587C8-365A-40BF-A121-5F59B726D9C7}" type="pres">
      <dgm:prSet presAssocID="{1F92F384-7B09-4509-B823-2A09F17864E1}" presName="BalanceSpacing" presStyleCnt="0"/>
      <dgm:spPr/>
    </dgm:pt>
    <dgm:pt modelId="{53E6295F-DEFF-4929-9AFE-682E929EB482}" type="pres">
      <dgm:prSet presAssocID="{1F92F384-7B09-4509-B823-2A09F17864E1}" presName="BalanceSpacing1" presStyleCnt="0"/>
      <dgm:spPr/>
    </dgm:pt>
    <dgm:pt modelId="{30649C1F-2FED-4D50-8A37-923BE21293E5}" type="pres">
      <dgm:prSet presAssocID="{131A4B1E-CE89-4665-96B7-18DE3CD06486}" presName="Accent1Text" presStyleLbl="node1" presStyleIdx="5" presStyleCnt="6"/>
      <dgm:spPr/>
    </dgm:pt>
  </dgm:ptLst>
  <dgm:cxnLst>
    <dgm:cxn modelId="{407BAB6B-C0BE-4A67-9661-268B79E3CD1F}" type="presOf" srcId="{131A4B1E-CE89-4665-96B7-18DE3CD06486}" destId="{30649C1F-2FED-4D50-8A37-923BE21293E5}" srcOrd="0" destOrd="0" presId="urn:microsoft.com/office/officeart/2008/layout/AlternatingHexagons"/>
    <dgm:cxn modelId="{178963E3-A6B5-461C-AD50-8730DE896063}" srcId="{1F92F384-7B09-4509-B823-2A09F17864E1}" destId="{47AE65EB-EA89-4D70-A2B3-D79CEDA93A81}" srcOrd="0" destOrd="0" parTransId="{540B4EA4-7F21-4332-9EFA-2832E674DCF2}" sibTransId="{FC1F0C84-9BB0-403E-A9C2-BC7127A56D66}"/>
    <dgm:cxn modelId="{0FB13CE4-E6C5-4998-80D7-032B78237655}" srcId="{E873A776-59BA-4BE8-8410-ED1DBC93AC3C}" destId="{40316943-546B-4A86-A3D0-9F8C24D7164C}" srcOrd="1" destOrd="0" parTransId="{EEC355F3-2E2A-41A9-93A4-8441B3B77D6E}" sibTransId="{1869C1D7-64CF-411E-A0E8-73F732678504}"/>
    <dgm:cxn modelId="{3D134D0F-8B4D-4924-9962-568B44C9E7C6}" type="presOf" srcId="{2D213F5A-84B6-46E9-8DBC-DEB5D65B1A28}" destId="{FEF62C07-DB51-4B1E-BDAA-02C004EDECA7}" srcOrd="0" destOrd="0" presId="urn:microsoft.com/office/officeart/2008/layout/AlternatingHexagons"/>
    <dgm:cxn modelId="{389300D5-511A-4A7C-95CD-43553DFE91E1}" srcId="{40316943-546B-4A86-A3D0-9F8C24D7164C}" destId="{7B915429-DDA4-4BC4-99DB-22383A5D3920}" srcOrd="0" destOrd="0" parTransId="{59EAD23B-398F-4131-8B49-D5068A1A2603}" sibTransId="{1DD8450E-1395-4722-809B-95C6781D26AF}"/>
    <dgm:cxn modelId="{9D172BBB-820C-4795-A02A-2518152F0DAB}" srcId="{E873A776-59BA-4BE8-8410-ED1DBC93AC3C}" destId="{1F92F384-7B09-4509-B823-2A09F17864E1}" srcOrd="2" destOrd="0" parTransId="{01066D0D-3765-49AF-9F4F-4E2DF66BE4E5}" sibTransId="{131A4B1E-CE89-4665-96B7-18DE3CD06486}"/>
    <dgm:cxn modelId="{DA45861E-EA4A-4AAD-83BA-B0D48D1ECFED}" type="presOf" srcId="{1F92F384-7B09-4509-B823-2A09F17864E1}" destId="{4D07C69F-2B39-455D-8EF8-0D4BF97D2503}" srcOrd="0" destOrd="0" presId="urn:microsoft.com/office/officeart/2008/layout/AlternatingHexagons"/>
    <dgm:cxn modelId="{E8E23FBF-38BA-44CC-B7AC-B85DF9B728A5}" srcId="{3DB9273B-62F7-4960-A7EC-4546EF656745}" destId="{3E2A06B6-C770-4B52-9FBC-FF34D68B5C05}" srcOrd="0" destOrd="0" parTransId="{52987BA9-8158-4917-B20A-194253A95003}" sibTransId="{DE899DE9-B963-451F-994B-2A47ED485E4B}"/>
    <dgm:cxn modelId="{F471D660-CB8A-41C2-BD2B-2B9402859C30}" srcId="{E873A776-59BA-4BE8-8410-ED1DBC93AC3C}" destId="{3DB9273B-62F7-4960-A7EC-4546EF656745}" srcOrd="0" destOrd="0" parTransId="{D4154568-D415-4F20-9F4C-3203A22BFF47}" sibTransId="{2D213F5A-84B6-46E9-8DBC-DEB5D65B1A28}"/>
    <dgm:cxn modelId="{E6146CBD-25CE-4B75-B465-F9F266B7B3AC}" type="presOf" srcId="{E873A776-59BA-4BE8-8410-ED1DBC93AC3C}" destId="{54DC11B9-7117-40C9-8E04-DF38D0E30675}" srcOrd="0" destOrd="0" presId="urn:microsoft.com/office/officeart/2008/layout/AlternatingHexagons"/>
    <dgm:cxn modelId="{4655F075-0616-4959-B720-447A95D273F6}" type="presOf" srcId="{1869C1D7-64CF-411E-A0E8-73F732678504}" destId="{5B1AAE78-E411-4BCE-BCE3-A0D3C14FF3F1}" srcOrd="0" destOrd="0" presId="urn:microsoft.com/office/officeart/2008/layout/AlternatingHexagons"/>
    <dgm:cxn modelId="{0A3301D0-0334-44CC-AF30-29D292F7BAF9}" type="presOf" srcId="{3E2A06B6-C770-4B52-9FBC-FF34D68B5C05}" destId="{194890CB-0636-4FE0-98FE-1EED74695B85}" srcOrd="0" destOrd="0" presId="urn:microsoft.com/office/officeart/2008/layout/AlternatingHexagons"/>
    <dgm:cxn modelId="{4E6B9203-436C-43CD-AEBD-CBA953F1C4FB}" type="presOf" srcId="{47AE65EB-EA89-4D70-A2B3-D79CEDA93A81}" destId="{8B58C3D9-31BD-4AEA-8D59-317485460FC7}" srcOrd="0" destOrd="0" presId="urn:microsoft.com/office/officeart/2008/layout/AlternatingHexagons"/>
    <dgm:cxn modelId="{567EED2F-204E-4CE5-8843-E6685296BB76}" type="presOf" srcId="{3DB9273B-62F7-4960-A7EC-4546EF656745}" destId="{04C74C27-A89D-43B5-B712-FF11BF632F9B}" srcOrd="0" destOrd="0" presId="urn:microsoft.com/office/officeart/2008/layout/AlternatingHexagons"/>
    <dgm:cxn modelId="{6DCB3BD4-C0F5-4FE8-BDE7-7ED405157A16}" type="presOf" srcId="{7B915429-DDA4-4BC4-99DB-22383A5D3920}" destId="{43F356D9-30BF-4555-9596-F7F63FC71DA9}" srcOrd="0" destOrd="0" presId="urn:microsoft.com/office/officeart/2008/layout/AlternatingHexagons"/>
    <dgm:cxn modelId="{7765332A-2263-4543-AF91-E99F4F1074F8}" type="presOf" srcId="{40316943-546B-4A86-A3D0-9F8C24D7164C}" destId="{CBAACEEF-D1CD-491B-80C8-6F53D6C507A1}" srcOrd="0" destOrd="0" presId="urn:microsoft.com/office/officeart/2008/layout/AlternatingHexagons"/>
    <dgm:cxn modelId="{7C5FF4BE-79C5-4B99-BEDF-404AA24094E4}" type="presParOf" srcId="{54DC11B9-7117-40C9-8E04-DF38D0E30675}" destId="{ECB76981-D709-4B7F-A24F-A500952F5B8B}" srcOrd="0" destOrd="0" presId="urn:microsoft.com/office/officeart/2008/layout/AlternatingHexagons"/>
    <dgm:cxn modelId="{EF362F74-2798-4F0C-B14E-D7BD4138F3FB}" type="presParOf" srcId="{ECB76981-D709-4B7F-A24F-A500952F5B8B}" destId="{04C74C27-A89D-43B5-B712-FF11BF632F9B}" srcOrd="0" destOrd="0" presId="urn:microsoft.com/office/officeart/2008/layout/AlternatingHexagons"/>
    <dgm:cxn modelId="{23A448BF-38E0-417B-854C-CC7BD5341240}" type="presParOf" srcId="{ECB76981-D709-4B7F-A24F-A500952F5B8B}" destId="{194890CB-0636-4FE0-98FE-1EED74695B85}" srcOrd="1" destOrd="0" presId="urn:microsoft.com/office/officeart/2008/layout/AlternatingHexagons"/>
    <dgm:cxn modelId="{5C606867-EE7C-4F3A-8FFF-6FC1B1661D4F}" type="presParOf" srcId="{ECB76981-D709-4B7F-A24F-A500952F5B8B}" destId="{BEA85C77-C27A-4681-B591-CA8AF26B5ED2}" srcOrd="2" destOrd="0" presId="urn:microsoft.com/office/officeart/2008/layout/AlternatingHexagons"/>
    <dgm:cxn modelId="{92A24601-67AE-4E03-9142-80E02082F6B5}" type="presParOf" srcId="{ECB76981-D709-4B7F-A24F-A500952F5B8B}" destId="{DF760DE3-A087-4237-9A2E-ACD0BC7FB121}" srcOrd="3" destOrd="0" presId="urn:microsoft.com/office/officeart/2008/layout/AlternatingHexagons"/>
    <dgm:cxn modelId="{344507B4-469A-4BE0-B447-18895E6B3EAB}" type="presParOf" srcId="{ECB76981-D709-4B7F-A24F-A500952F5B8B}" destId="{FEF62C07-DB51-4B1E-BDAA-02C004EDECA7}" srcOrd="4" destOrd="0" presId="urn:microsoft.com/office/officeart/2008/layout/AlternatingHexagons"/>
    <dgm:cxn modelId="{143B224E-A8EF-4155-960D-2085CF9E2D09}" type="presParOf" srcId="{54DC11B9-7117-40C9-8E04-DF38D0E30675}" destId="{5C88BD38-D526-4BE8-B414-2248A67D3182}" srcOrd="1" destOrd="0" presId="urn:microsoft.com/office/officeart/2008/layout/AlternatingHexagons"/>
    <dgm:cxn modelId="{863908C1-0496-4893-9338-9910F1EA810F}" type="presParOf" srcId="{54DC11B9-7117-40C9-8E04-DF38D0E30675}" destId="{5CD54C8D-2011-4BAF-8A95-3495B63B5E69}" srcOrd="2" destOrd="0" presId="urn:microsoft.com/office/officeart/2008/layout/AlternatingHexagons"/>
    <dgm:cxn modelId="{AC9C5F1C-699D-4245-9DE1-5C8E9F4F216A}" type="presParOf" srcId="{5CD54C8D-2011-4BAF-8A95-3495B63B5E69}" destId="{CBAACEEF-D1CD-491B-80C8-6F53D6C507A1}" srcOrd="0" destOrd="0" presId="urn:microsoft.com/office/officeart/2008/layout/AlternatingHexagons"/>
    <dgm:cxn modelId="{D9B07A56-63F5-4B9A-95B4-B8FFD220F968}" type="presParOf" srcId="{5CD54C8D-2011-4BAF-8A95-3495B63B5E69}" destId="{43F356D9-30BF-4555-9596-F7F63FC71DA9}" srcOrd="1" destOrd="0" presId="urn:microsoft.com/office/officeart/2008/layout/AlternatingHexagons"/>
    <dgm:cxn modelId="{A2F389E5-D7A5-4C3C-9C3C-6C998A089751}" type="presParOf" srcId="{5CD54C8D-2011-4BAF-8A95-3495B63B5E69}" destId="{67C6579A-E076-49C3-AF82-3FF3D440195F}" srcOrd="2" destOrd="0" presId="urn:microsoft.com/office/officeart/2008/layout/AlternatingHexagons"/>
    <dgm:cxn modelId="{F9E91BFE-61FA-493A-8E91-2AFB909B21CE}" type="presParOf" srcId="{5CD54C8D-2011-4BAF-8A95-3495B63B5E69}" destId="{C8A1A70E-821C-4CE0-90D9-BD776D72592E}" srcOrd="3" destOrd="0" presId="urn:microsoft.com/office/officeart/2008/layout/AlternatingHexagons"/>
    <dgm:cxn modelId="{BAB8C07B-6CD8-4D58-9758-DE8D57C16CD0}" type="presParOf" srcId="{5CD54C8D-2011-4BAF-8A95-3495B63B5E69}" destId="{5B1AAE78-E411-4BCE-BCE3-A0D3C14FF3F1}" srcOrd="4" destOrd="0" presId="urn:microsoft.com/office/officeart/2008/layout/AlternatingHexagons"/>
    <dgm:cxn modelId="{06BABE57-BFD0-4AE8-8CD1-F8B9B3729FC7}" type="presParOf" srcId="{54DC11B9-7117-40C9-8E04-DF38D0E30675}" destId="{4F181E5D-0A0C-4ED8-85B2-183DA0D5F12F}" srcOrd="3" destOrd="0" presId="urn:microsoft.com/office/officeart/2008/layout/AlternatingHexagons"/>
    <dgm:cxn modelId="{574AEC69-7558-45E6-919D-43E97EBFC76C}" type="presParOf" srcId="{54DC11B9-7117-40C9-8E04-DF38D0E30675}" destId="{0F504301-B9D0-4AAB-808D-584DDA0E1290}" srcOrd="4" destOrd="0" presId="urn:microsoft.com/office/officeart/2008/layout/AlternatingHexagons"/>
    <dgm:cxn modelId="{4EBA9788-8669-4EB1-83B9-5CA90E1C6D25}" type="presParOf" srcId="{0F504301-B9D0-4AAB-808D-584DDA0E1290}" destId="{4D07C69F-2B39-455D-8EF8-0D4BF97D2503}" srcOrd="0" destOrd="0" presId="urn:microsoft.com/office/officeart/2008/layout/AlternatingHexagons"/>
    <dgm:cxn modelId="{114081F7-12E2-4339-94FC-92C9E18800AE}" type="presParOf" srcId="{0F504301-B9D0-4AAB-808D-584DDA0E1290}" destId="{8B58C3D9-31BD-4AEA-8D59-317485460FC7}" srcOrd="1" destOrd="0" presId="urn:microsoft.com/office/officeart/2008/layout/AlternatingHexagons"/>
    <dgm:cxn modelId="{4CDC5147-C810-46DE-BF96-5B3490603D33}" type="presParOf" srcId="{0F504301-B9D0-4AAB-808D-584DDA0E1290}" destId="{0D1587C8-365A-40BF-A121-5F59B726D9C7}" srcOrd="2" destOrd="0" presId="urn:microsoft.com/office/officeart/2008/layout/AlternatingHexagons"/>
    <dgm:cxn modelId="{2103BFF7-FE2F-493E-AAAD-58F5B18F0704}" type="presParOf" srcId="{0F504301-B9D0-4AAB-808D-584DDA0E1290}" destId="{53E6295F-DEFF-4929-9AFE-682E929EB482}" srcOrd="3" destOrd="0" presId="urn:microsoft.com/office/officeart/2008/layout/AlternatingHexagons"/>
    <dgm:cxn modelId="{C9F2C512-C73E-4CDA-8245-7EE798403233}" type="presParOf" srcId="{0F504301-B9D0-4AAB-808D-584DDA0E1290}" destId="{30649C1F-2FED-4D50-8A37-923BE21293E5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720E3-968F-4A24-AC96-8709014B659B}">
      <dsp:nvSpPr>
        <dsp:cNvPr id="0" name=""/>
        <dsp:cNvSpPr/>
      </dsp:nvSpPr>
      <dsp:spPr>
        <a:xfrm>
          <a:off x="-4570791" y="-700828"/>
          <a:ext cx="5444847" cy="5444847"/>
        </a:xfrm>
        <a:prstGeom prst="blockArc">
          <a:avLst>
            <a:gd name="adj1" fmla="val 18900000"/>
            <a:gd name="adj2" fmla="val 2700000"/>
            <a:gd name="adj3" fmla="val 397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80B1F1-6B5C-4801-B00C-649CF10BC927}">
      <dsp:nvSpPr>
        <dsp:cNvPr id="0" name=""/>
        <dsp:cNvSpPr/>
      </dsp:nvSpPr>
      <dsp:spPr>
        <a:xfrm>
          <a:off x="562132" y="404319"/>
          <a:ext cx="3988461" cy="8086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1856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Positive relationship observed.</a:t>
          </a:r>
          <a:endParaRPr lang="en-US" sz="1700" kern="1200" dirty="0"/>
        </a:p>
      </dsp:txBody>
      <dsp:txXfrm>
        <a:off x="562132" y="404319"/>
        <a:ext cx="3988461" cy="808638"/>
      </dsp:txXfrm>
    </dsp:sp>
    <dsp:sp modelId="{3462192C-AD27-42A4-B267-80A5854F3D84}">
      <dsp:nvSpPr>
        <dsp:cNvPr id="0" name=""/>
        <dsp:cNvSpPr/>
      </dsp:nvSpPr>
      <dsp:spPr>
        <a:xfrm>
          <a:off x="56734" y="303239"/>
          <a:ext cx="1010797" cy="101079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51ADF-9C4E-4D62-B5F8-18FB472E0611}">
      <dsp:nvSpPr>
        <dsp:cNvPr id="0" name=""/>
        <dsp:cNvSpPr/>
      </dsp:nvSpPr>
      <dsp:spPr>
        <a:xfrm>
          <a:off x="856072" y="1617276"/>
          <a:ext cx="3694521" cy="8086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1856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Participants sleeping 7–8 hours report better sleep quality.</a:t>
          </a:r>
          <a:endParaRPr lang="en-US" sz="1700" kern="1200"/>
        </a:p>
      </dsp:txBody>
      <dsp:txXfrm>
        <a:off x="856072" y="1617276"/>
        <a:ext cx="3694521" cy="808638"/>
      </dsp:txXfrm>
    </dsp:sp>
    <dsp:sp modelId="{B5846F88-058A-4810-9652-D8DBD71B6B4A}">
      <dsp:nvSpPr>
        <dsp:cNvPr id="0" name=""/>
        <dsp:cNvSpPr/>
      </dsp:nvSpPr>
      <dsp:spPr>
        <a:xfrm>
          <a:off x="350674" y="1516196"/>
          <a:ext cx="1010797" cy="101079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8224D-E2AD-4BA9-A2A6-ACE48899ED4C}">
      <dsp:nvSpPr>
        <dsp:cNvPr id="0" name=""/>
        <dsp:cNvSpPr/>
      </dsp:nvSpPr>
      <dsp:spPr>
        <a:xfrm>
          <a:off x="562132" y="2830233"/>
          <a:ext cx="3988461" cy="8086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1856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Adequate sleep improves overall well-being</a:t>
          </a:r>
          <a:endParaRPr lang="en-US" sz="1700" kern="1200" dirty="0"/>
        </a:p>
      </dsp:txBody>
      <dsp:txXfrm>
        <a:off x="562132" y="2830233"/>
        <a:ext cx="3988461" cy="808638"/>
      </dsp:txXfrm>
    </dsp:sp>
    <dsp:sp modelId="{09577DF7-1F1C-4DD0-AA6C-EAC648599754}">
      <dsp:nvSpPr>
        <dsp:cNvPr id="0" name=""/>
        <dsp:cNvSpPr/>
      </dsp:nvSpPr>
      <dsp:spPr>
        <a:xfrm>
          <a:off x="56734" y="2729153"/>
          <a:ext cx="1010797" cy="101079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88714-82FB-4086-8F2D-D66FF578DDD8}">
      <dsp:nvSpPr>
        <dsp:cNvPr id="0" name=""/>
        <dsp:cNvSpPr/>
      </dsp:nvSpPr>
      <dsp:spPr>
        <a:xfrm>
          <a:off x="0" y="0"/>
          <a:ext cx="36212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675F95-084D-452B-9409-F43A6C7ECA94}">
      <dsp:nvSpPr>
        <dsp:cNvPr id="0" name=""/>
        <dsp:cNvSpPr/>
      </dsp:nvSpPr>
      <dsp:spPr>
        <a:xfrm>
          <a:off x="0" y="0"/>
          <a:ext cx="724256" cy="4538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0" y="0"/>
        <a:ext cx="724256" cy="4538950"/>
      </dsp:txXfrm>
    </dsp:sp>
    <dsp:sp modelId="{95C6C922-633C-4381-A1F8-02A54D9894F6}">
      <dsp:nvSpPr>
        <dsp:cNvPr id="0" name=""/>
        <dsp:cNvSpPr/>
      </dsp:nvSpPr>
      <dsp:spPr>
        <a:xfrm>
          <a:off x="778575" y="70921"/>
          <a:ext cx="2842705" cy="141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Strong negative relationship.</a:t>
          </a:r>
          <a:endParaRPr lang="en-US" sz="2200" kern="1200" dirty="0"/>
        </a:p>
      </dsp:txBody>
      <dsp:txXfrm>
        <a:off x="778575" y="70921"/>
        <a:ext cx="2842705" cy="1418421"/>
      </dsp:txXfrm>
    </dsp:sp>
    <dsp:sp modelId="{F4A984FD-EC53-4D45-8DCB-C7371FE54B0D}">
      <dsp:nvSpPr>
        <dsp:cNvPr id="0" name=""/>
        <dsp:cNvSpPr/>
      </dsp:nvSpPr>
      <dsp:spPr>
        <a:xfrm>
          <a:off x="724256" y="1489342"/>
          <a:ext cx="2897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70FE70-27BD-44E0-8AAB-5EE45A0B56B7}">
      <dsp:nvSpPr>
        <dsp:cNvPr id="0" name=""/>
        <dsp:cNvSpPr/>
      </dsp:nvSpPr>
      <dsp:spPr>
        <a:xfrm>
          <a:off x="778575" y="1560264"/>
          <a:ext cx="2842705" cy="141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Higher stress leads to poorer sleep quality</a:t>
          </a:r>
          <a:endParaRPr lang="en-US" sz="2200" kern="1200" dirty="0"/>
        </a:p>
      </dsp:txBody>
      <dsp:txXfrm>
        <a:off x="778575" y="1560264"/>
        <a:ext cx="2842705" cy="1418421"/>
      </dsp:txXfrm>
    </dsp:sp>
    <dsp:sp modelId="{999969A9-33AA-45F2-B7DD-E43FADEA6F42}">
      <dsp:nvSpPr>
        <dsp:cNvPr id="0" name=""/>
        <dsp:cNvSpPr/>
      </dsp:nvSpPr>
      <dsp:spPr>
        <a:xfrm>
          <a:off x="724256" y="2978685"/>
          <a:ext cx="2897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11D57-DAE8-4996-9E71-9DB4D9CB88C6}">
      <dsp:nvSpPr>
        <dsp:cNvPr id="0" name=""/>
        <dsp:cNvSpPr/>
      </dsp:nvSpPr>
      <dsp:spPr>
        <a:xfrm>
          <a:off x="778575" y="3049607"/>
          <a:ext cx="2842705" cy="141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Stress management is crucial for healthy sleep. </a:t>
          </a:r>
          <a:endParaRPr lang="en-US" sz="2200" kern="1200" dirty="0"/>
        </a:p>
      </dsp:txBody>
      <dsp:txXfrm>
        <a:off x="778575" y="3049607"/>
        <a:ext cx="2842705" cy="1418421"/>
      </dsp:txXfrm>
    </dsp:sp>
    <dsp:sp modelId="{F217B58D-DA30-44EB-A659-B0A73CA9371C}">
      <dsp:nvSpPr>
        <dsp:cNvPr id="0" name=""/>
        <dsp:cNvSpPr/>
      </dsp:nvSpPr>
      <dsp:spPr>
        <a:xfrm>
          <a:off x="724256" y="4468028"/>
          <a:ext cx="2897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FBA73-68E5-419B-8BB5-15E7AFD8110D}">
      <dsp:nvSpPr>
        <dsp:cNvPr id="0" name=""/>
        <dsp:cNvSpPr/>
      </dsp:nvSpPr>
      <dsp:spPr>
        <a:xfrm>
          <a:off x="0" y="2516"/>
          <a:ext cx="42659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2759D-6978-4E74-A045-B4C4591D26A8}">
      <dsp:nvSpPr>
        <dsp:cNvPr id="0" name=""/>
        <dsp:cNvSpPr/>
      </dsp:nvSpPr>
      <dsp:spPr>
        <a:xfrm>
          <a:off x="0" y="2516"/>
          <a:ext cx="853195" cy="5149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/>
        </a:p>
      </dsp:txBody>
      <dsp:txXfrm>
        <a:off x="0" y="2516"/>
        <a:ext cx="853195" cy="5149010"/>
      </dsp:txXfrm>
    </dsp:sp>
    <dsp:sp modelId="{7478BC6F-5330-48F0-BFCC-AA79E22C1F1C}">
      <dsp:nvSpPr>
        <dsp:cNvPr id="0" name=""/>
        <dsp:cNvSpPr/>
      </dsp:nvSpPr>
      <dsp:spPr>
        <a:xfrm>
          <a:off x="917184" y="80078"/>
          <a:ext cx="3348791" cy="1551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Slight positive relationship between daily steps and sleep quality.</a:t>
          </a:r>
          <a:endParaRPr lang="en-US" sz="2400" kern="1200" dirty="0"/>
        </a:p>
      </dsp:txBody>
      <dsp:txXfrm>
        <a:off x="917184" y="80078"/>
        <a:ext cx="3348791" cy="1551240"/>
      </dsp:txXfrm>
    </dsp:sp>
    <dsp:sp modelId="{E0E10D90-1871-4712-BCEB-4DD49EFBF2EC}">
      <dsp:nvSpPr>
        <dsp:cNvPr id="0" name=""/>
        <dsp:cNvSpPr/>
      </dsp:nvSpPr>
      <dsp:spPr>
        <a:xfrm>
          <a:off x="853195" y="1631318"/>
          <a:ext cx="34127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2CCF0-1350-47FD-80EB-0581937FFEEA}">
      <dsp:nvSpPr>
        <dsp:cNvPr id="0" name=""/>
        <dsp:cNvSpPr/>
      </dsp:nvSpPr>
      <dsp:spPr>
        <a:xfrm>
          <a:off x="917184" y="1708880"/>
          <a:ext cx="3348791" cy="1551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More active individuals generally experience better sleep.</a:t>
          </a:r>
          <a:endParaRPr lang="en-US" sz="2400" kern="1200" dirty="0"/>
        </a:p>
      </dsp:txBody>
      <dsp:txXfrm>
        <a:off x="917184" y="1708880"/>
        <a:ext cx="3348791" cy="1551240"/>
      </dsp:txXfrm>
    </dsp:sp>
    <dsp:sp modelId="{F4E0FECC-FC28-45D2-82F8-0D42FCF618DA}">
      <dsp:nvSpPr>
        <dsp:cNvPr id="0" name=""/>
        <dsp:cNvSpPr/>
      </dsp:nvSpPr>
      <dsp:spPr>
        <a:xfrm>
          <a:off x="853195" y="3260120"/>
          <a:ext cx="34127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9357C-4189-4071-8126-F982052E9C09}">
      <dsp:nvSpPr>
        <dsp:cNvPr id="0" name=""/>
        <dsp:cNvSpPr/>
      </dsp:nvSpPr>
      <dsp:spPr>
        <a:xfrm>
          <a:off x="917184" y="3337682"/>
          <a:ext cx="3348791" cy="99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917184" y="3337682"/>
        <a:ext cx="3348791" cy="99418"/>
      </dsp:txXfrm>
    </dsp:sp>
    <dsp:sp modelId="{A30AA5E3-5212-4482-9852-D680CCB50925}">
      <dsp:nvSpPr>
        <dsp:cNvPr id="0" name=""/>
        <dsp:cNvSpPr/>
      </dsp:nvSpPr>
      <dsp:spPr>
        <a:xfrm>
          <a:off x="786884" y="3260831"/>
          <a:ext cx="34127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43F70-815C-4F05-95FD-C82A661299AA}">
      <dsp:nvSpPr>
        <dsp:cNvPr id="0" name=""/>
        <dsp:cNvSpPr/>
      </dsp:nvSpPr>
      <dsp:spPr>
        <a:xfrm>
          <a:off x="917184" y="3514663"/>
          <a:ext cx="3348791" cy="1551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Physical activity supports healthy sleep patterns.</a:t>
          </a:r>
          <a:endParaRPr lang="en-US" sz="2400" kern="1200"/>
        </a:p>
      </dsp:txBody>
      <dsp:txXfrm>
        <a:off x="917184" y="3514663"/>
        <a:ext cx="3348791" cy="1551240"/>
      </dsp:txXfrm>
    </dsp:sp>
    <dsp:sp modelId="{A2820E06-0939-44B0-BD4F-4BC5678F8156}">
      <dsp:nvSpPr>
        <dsp:cNvPr id="0" name=""/>
        <dsp:cNvSpPr/>
      </dsp:nvSpPr>
      <dsp:spPr>
        <a:xfrm>
          <a:off x="853195" y="4900650"/>
          <a:ext cx="34127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2956E-376C-4A29-A2DB-45B477FF1F70}">
      <dsp:nvSpPr>
        <dsp:cNvPr id="0" name=""/>
        <dsp:cNvSpPr/>
      </dsp:nvSpPr>
      <dsp:spPr>
        <a:xfrm>
          <a:off x="0" y="0"/>
          <a:ext cx="402360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DEAC32-560B-4060-B777-DC73D4734966}">
      <dsp:nvSpPr>
        <dsp:cNvPr id="0" name=""/>
        <dsp:cNvSpPr/>
      </dsp:nvSpPr>
      <dsp:spPr>
        <a:xfrm>
          <a:off x="0" y="0"/>
          <a:ext cx="804721" cy="4504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0" y="0"/>
        <a:ext cx="804721" cy="4504158"/>
      </dsp:txXfrm>
    </dsp:sp>
    <dsp:sp modelId="{9E8F657A-0330-4E25-95C3-EF84B4067352}">
      <dsp:nvSpPr>
        <dsp:cNvPr id="0" name=""/>
        <dsp:cNvSpPr/>
      </dsp:nvSpPr>
      <dsp:spPr>
        <a:xfrm>
          <a:off x="865075" y="70377"/>
          <a:ext cx="3158529" cy="1407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58.6% PEOPLE HAVE NO DISORDER</a:t>
          </a:r>
          <a:endParaRPr lang="en-US" sz="2800" kern="1200" dirty="0"/>
        </a:p>
      </dsp:txBody>
      <dsp:txXfrm>
        <a:off x="865075" y="70377"/>
        <a:ext cx="3158529" cy="1407549"/>
      </dsp:txXfrm>
    </dsp:sp>
    <dsp:sp modelId="{F3C3A58C-44C0-4755-A280-7C0844E761F3}">
      <dsp:nvSpPr>
        <dsp:cNvPr id="0" name=""/>
        <dsp:cNvSpPr/>
      </dsp:nvSpPr>
      <dsp:spPr>
        <a:xfrm>
          <a:off x="804721" y="1477926"/>
          <a:ext cx="32188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EE2295-B375-4EDC-A658-38B7DF71BFD7}">
      <dsp:nvSpPr>
        <dsp:cNvPr id="0" name=""/>
        <dsp:cNvSpPr/>
      </dsp:nvSpPr>
      <dsp:spPr>
        <a:xfrm>
          <a:off x="865075" y="1548304"/>
          <a:ext cx="3158529" cy="1407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20.9% PEOPLE HAVE SLEEP APNEA</a:t>
          </a:r>
          <a:endParaRPr lang="en-US" sz="2800" kern="1200" dirty="0"/>
        </a:p>
      </dsp:txBody>
      <dsp:txXfrm>
        <a:off x="865075" y="1548304"/>
        <a:ext cx="3158529" cy="1407549"/>
      </dsp:txXfrm>
    </dsp:sp>
    <dsp:sp modelId="{A6B71BDD-932B-43CD-9F6A-4212EB4F82B7}">
      <dsp:nvSpPr>
        <dsp:cNvPr id="0" name=""/>
        <dsp:cNvSpPr/>
      </dsp:nvSpPr>
      <dsp:spPr>
        <a:xfrm>
          <a:off x="804721" y="2955853"/>
          <a:ext cx="32188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D4E88-029F-45F8-A076-B4B02B2BA13B}">
      <dsp:nvSpPr>
        <dsp:cNvPr id="0" name=""/>
        <dsp:cNvSpPr/>
      </dsp:nvSpPr>
      <dsp:spPr>
        <a:xfrm>
          <a:off x="865075" y="3026231"/>
          <a:ext cx="3158529" cy="1407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20.6% PEOPLE HAVE INSOMINIA</a:t>
          </a:r>
          <a:endParaRPr lang="en-US" sz="2800" kern="1200" dirty="0"/>
        </a:p>
      </dsp:txBody>
      <dsp:txXfrm>
        <a:off x="865075" y="3026231"/>
        <a:ext cx="3158529" cy="1407549"/>
      </dsp:txXfrm>
    </dsp:sp>
    <dsp:sp modelId="{818A2A01-E890-4BA0-8B87-FD0A4A93D642}">
      <dsp:nvSpPr>
        <dsp:cNvPr id="0" name=""/>
        <dsp:cNvSpPr/>
      </dsp:nvSpPr>
      <dsp:spPr>
        <a:xfrm>
          <a:off x="804721" y="4433780"/>
          <a:ext cx="32188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AB25E-2CAF-4DF7-A1E5-51DB17B21ADB}">
      <dsp:nvSpPr>
        <dsp:cNvPr id="0" name=""/>
        <dsp:cNvSpPr/>
      </dsp:nvSpPr>
      <dsp:spPr>
        <a:xfrm rot="5400000">
          <a:off x="2177974" y="2320873"/>
          <a:ext cx="1430431" cy="124447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Manager have the lowest sleeping hours</a:t>
          </a:r>
          <a:endParaRPr lang="en-US" sz="1200" kern="1200" dirty="0"/>
        </a:p>
      </dsp:txBody>
      <dsp:txXfrm rot="-5400000">
        <a:off x="2464883" y="2450804"/>
        <a:ext cx="856613" cy="984613"/>
      </dsp:txXfrm>
    </dsp:sp>
    <dsp:sp modelId="{E342EE80-5374-4BEE-B9FB-05741534A153}">
      <dsp:nvSpPr>
        <dsp:cNvPr id="0" name=""/>
        <dsp:cNvSpPr/>
      </dsp:nvSpPr>
      <dsp:spPr>
        <a:xfrm>
          <a:off x="3553190" y="2513981"/>
          <a:ext cx="1596361" cy="858258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3553190" y="2513981"/>
        <a:ext cx="1596361" cy="858258"/>
      </dsp:txXfrm>
    </dsp:sp>
    <dsp:sp modelId="{B9D79A28-ADD2-45BF-9139-1E596F269F36}">
      <dsp:nvSpPr>
        <dsp:cNvPr id="0" name=""/>
        <dsp:cNvSpPr/>
      </dsp:nvSpPr>
      <dsp:spPr>
        <a:xfrm rot="5400000">
          <a:off x="833941" y="2320873"/>
          <a:ext cx="1430431" cy="124447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1120850" y="2450804"/>
        <a:ext cx="856613" cy="984613"/>
      </dsp:txXfrm>
    </dsp:sp>
    <dsp:sp modelId="{EF57FFDE-E51F-4FEC-98E1-34B5524E35AD}">
      <dsp:nvSpPr>
        <dsp:cNvPr id="0" name=""/>
        <dsp:cNvSpPr/>
      </dsp:nvSpPr>
      <dsp:spPr>
        <a:xfrm rot="5400000">
          <a:off x="1503383" y="3535022"/>
          <a:ext cx="1430431" cy="124447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Nurse have the  highest sleeping hours</a:t>
          </a:r>
          <a:endParaRPr lang="en-US" sz="1200" kern="1200" dirty="0"/>
        </a:p>
      </dsp:txBody>
      <dsp:txXfrm rot="-5400000">
        <a:off x="1790292" y="3664953"/>
        <a:ext cx="856613" cy="984613"/>
      </dsp:txXfrm>
    </dsp:sp>
    <dsp:sp modelId="{2538F7AF-8964-4868-AC7C-9FE2008E5E77}">
      <dsp:nvSpPr>
        <dsp:cNvPr id="0" name=""/>
        <dsp:cNvSpPr/>
      </dsp:nvSpPr>
      <dsp:spPr>
        <a:xfrm>
          <a:off x="0" y="3728131"/>
          <a:ext cx="1544865" cy="858258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0" y="3728131"/>
        <a:ext cx="1544865" cy="858258"/>
      </dsp:txXfrm>
    </dsp:sp>
    <dsp:sp modelId="{547F25F3-8999-44F0-BAC2-0CAE33175398}">
      <dsp:nvSpPr>
        <dsp:cNvPr id="0" name=""/>
        <dsp:cNvSpPr/>
      </dsp:nvSpPr>
      <dsp:spPr>
        <a:xfrm rot="5400000">
          <a:off x="2847416" y="3535022"/>
          <a:ext cx="1430431" cy="124447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3134325" y="3664953"/>
        <a:ext cx="856613" cy="9846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68D33-7F4E-438C-BD74-989E9D0FECAA}">
      <dsp:nvSpPr>
        <dsp:cNvPr id="0" name=""/>
        <dsp:cNvSpPr/>
      </dsp:nvSpPr>
      <dsp:spPr>
        <a:xfrm rot="5400000">
          <a:off x="2463335" y="1415130"/>
          <a:ext cx="1617847" cy="140752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SLEEP APNEA IS MOST IN NURSE</a:t>
          </a:r>
          <a:endParaRPr lang="en-US" sz="1100" kern="1200" dirty="0"/>
        </a:p>
      </dsp:txBody>
      <dsp:txXfrm rot="-5400000">
        <a:off x="2787835" y="1562086"/>
        <a:ext cx="968847" cy="1113618"/>
      </dsp:txXfrm>
    </dsp:sp>
    <dsp:sp modelId="{55190393-04CD-479C-9D48-66418E2BC722}">
      <dsp:nvSpPr>
        <dsp:cNvPr id="0" name=""/>
        <dsp:cNvSpPr/>
      </dsp:nvSpPr>
      <dsp:spPr>
        <a:xfrm>
          <a:off x="4018733" y="1633539"/>
          <a:ext cx="1805518" cy="970708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>
        <a:off x="4018733" y="1633539"/>
        <a:ext cx="1805518" cy="970708"/>
      </dsp:txXfrm>
    </dsp:sp>
    <dsp:sp modelId="{B712B297-DF3B-4270-9132-3DD7173C8E03}">
      <dsp:nvSpPr>
        <dsp:cNvPr id="0" name=""/>
        <dsp:cNvSpPr/>
      </dsp:nvSpPr>
      <dsp:spPr>
        <a:xfrm rot="5400000">
          <a:off x="943205" y="1415130"/>
          <a:ext cx="1617847" cy="140752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1267705" y="1562086"/>
        <a:ext cx="968847" cy="1113618"/>
      </dsp:txXfrm>
    </dsp:sp>
    <dsp:sp modelId="{6FB86967-C2F6-4D52-B76B-7F1F486D7CAB}">
      <dsp:nvSpPr>
        <dsp:cNvPr id="0" name=""/>
        <dsp:cNvSpPr/>
      </dsp:nvSpPr>
      <dsp:spPr>
        <a:xfrm rot="5400000">
          <a:off x="1683362" y="2776479"/>
          <a:ext cx="1651838" cy="146527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INSOMNIA IS MOST IN SALESPERSON </a:t>
          </a:r>
          <a:endParaRPr lang="en-US" sz="1100" kern="1200" dirty="0"/>
        </a:p>
      </dsp:txBody>
      <dsp:txXfrm rot="-5400000">
        <a:off x="2007064" y="2942959"/>
        <a:ext cx="1004434" cy="1132318"/>
      </dsp:txXfrm>
    </dsp:sp>
    <dsp:sp modelId="{2405C7D8-2DE5-429C-A219-A8320CAE26B9}">
      <dsp:nvSpPr>
        <dsp:cNvPr id="0" name=""/>
        <dsp:cNvSpPr/>
      </dsp:nvSpPr>
      <dsp:spPr>
        <a:xfrm>
          <a:off x="0" y="2821759"/>
          <a:ext cx="1747275" cy="970708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 dirty="0"/>
        </a:p>
      </dsp:txBody>
      <dsp:txXfrm>
        <a:off x="0" y="2821759"/>
        <a:ext cx="1747275" cy="970708"/>
      </dsp:txXfrm>
    </dsp:sp>
    <dsp:sp modelId="{2F3FA2B2-C875-46EC-986B-FA776FD8C097}">
      <dsp:nvSpPr>
        <dsp:cNvPr id="0" name=""/>
        <dsp:cNvSpPr/>
      </dsp:nvSpPr>
      <dsp:spPr>
        <a:xfrm rot="5400000">
          <a:off x="3220487" y="2805354"/>
          <a:ext cx="1617847" cy="140752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3544987" y="2952310"/>
        <a:ext cx="968847" cy="1113618"/>
      </dsp:txXfrm>
    </dsp:sp>
    <dsp:sp modelId="{B3E4BB50-5A8D-4126-ACE2-E88D3CE0C644}">
      <dsp:nvSpPr>
        <dsp:cNvPr id="0" name=""/>
        <dsp:cNvSpPr/>
      </dsp:nvSpPr>
      <dsp:spPr>
        <a:xfrm rot="5400000">
          <a:off x="2423586" y="4182329"/>
          <a:ext cx="1617847" cy="140752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DOSTOR HAVE NO DISORDER</a:t>
          </a:r>
          <a:endParaRPr lang="en-US" sz="1100" kern="1200" dirty="0"/>
        </a:p>
      </dsp:txBody>
      <dsp:txXfrm rot="-5400000">
        <a:off x="2748086" y="4329285"/>
        <a:ext cx="968847" cy="1113618"/>
      </dsp:txXfrm>
    </dsp:sp>
    <dsp:sp modelId="{A0036FCF-47D6-49D9-BDF8-EB809F81BF84}">
      <dsp:nvSpPr>
        <dsp:cNvPr id="0" name=""/>
        <dsp:cNvSpPr/>
      </dsp:nvSpPr>
      <dsp:spPr>
        <a:xfrm>
          <a:off x="4018733" y="4413988"/>
          <a:ext cx="1805518" cy="970708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 dirty="0"/>
        </a:p>
      </dsp:txBody>
      <dsp:txXfrm>
        <a:off x="4018733" y="4413988"/>
        <a:ext cx="1805518" cy="970708"/>
      </dsp:txXfrm>
    </dsp:sp>
    <dsp:sp modelId="{E9B0839F-CFDA-4C34-9B7B-2B6CD58F903C}">
      <dsp:nvSpPr>
        <dsp:cNvPr id="0" name=""/>
        <dsp:cNvSpPr/>
      </dsp:nvSpPr>
      <dsp:spPr>
        <a:xfrm rot="5400000">
          <a:off x="943205" y="4195579"/>
          <a:ext cx="1617847" cy="140752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1267705" y="4342535"/>
        <a:ext cx="968847" cy="11136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74C27-A89D-43B5-B712-FF11BF632F9B}">
      <dsp:nvSpPr>
        <dsp:cNvPr id="0" name=""/>
        <dsp:cNvSpPr/>
      </dsp:nvSpPr>
      <dsp:spPr>
        <a:xfrm rot="5400000">
          <a:off x="2440953" y="662691"/>
          <a:ext cx="1603148" cy="139473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Higher stress reduces sleep quality.</a:t>
          </a:r>
          <a:endParaRPr lang="en-US" sz="1200" kern="1200" dirty="0"/>
        </a:p>
      </dsp:txBody>
      <dsp:txXfrm rot="-5400000">
        <a:off x="2762504" y="808311"/>
        <a:ext cx="960045" cy="1103500"/>
      </dsp:txXfrm>
    </dsp:sp>
    <dsp:sp modelId="{194890CB-0636-4FE0-98FE-1EED74695B85}">
      <dsp:nvSpPr>
        <dsp:cNvPr id="0" name=""/>
        <dsp:cNvSpPr/>
      </dsp:nvSpPr>
      <dsp:spPr>
        <a:xfrm>
          <a:off x="3982220" y="879116"/>
          <a:ext cx="1789113" cy="96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3982220" y="879116"/>
        <a:ext cx="1789113" cy="961889"/>
      </dsp:txXfrm>
    </dsp:sp>
    <dsp:sp modelId="{FEF62C07-DB51-4B1E-BDAA-02C004EDECA7}">
      <dsp:nvSpPr>
        <dsp:cNvPr id="0" name=""/>
        <dsp:cNvSpPr/>
      </dsp:nvSpPr>
      <dsp:spPr>
        <a:xfrm rot="5400000">
          <a:off x="934635" y="662691"/>
          <a:ext cx="1603148" cy="139473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1256186" y="808311"/>
        <a:ext cx="960045" cy="1103500"/>
      </dsp:txXfrm>
    </dsp:sp>
    <dsp:sp modelId="{CBAACEEF-D1CD-491B-80C8-6F53D6C507A1}">
      <dsp:nvSpPr>
        <dsp:cNvPr id="0" name=""/>
        <dsp:cNvSpPr/>
      </dsp:nvSpPr>
      <dsp:spPr>
        <a:xfrm rot="5400000">
          <a:off x="1684908" y="2023443"/>
          <a:ext cx="1603148" cy="139473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Physical activity is linked to better sleep.</a:t>
          </a:r>
          <a:endParaRPr lang="en-US" sz="1200" kern="1200" dirty="0"/>
        </a:p>
      </dsp:txBody>
      <dsp:txXfrm rot="-5400000">
        <a:off x="2006459" y="2169063"/>
        <a:ext cx="960045" cy="1103500"/>
      </dsp:txXfrm>
    </dsp:sp>
    <dsp:sp modelId="{43F356D9-30BF-4555-9596-F7F63FC71DA9}">
      <dsp:nvSpPr>
        <dsp:cNvPr id="0" name=""/>
        <dsp:cNvSpPr/>
      </dsp:nvSpPr>
      <dsp:spPr>
        <a:xfrm>
          <a:off x="0" y="2239868"/>
          <a:ext cx="1731400" cy="96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0" y="2239868"/>
        <a:ext cx="1731400" cy="961889"/>
      </dsp:txXfrm>
    </dsp:sp>
    <dsp:sp modelId="{5B1AAE78-E411-4BCE-BCE3-A0D3C14FF3F1}">
      <dsp:nvSpPr>
        <dsp:cNvPr id="0" name=""/>
        <dsp:cNvSpPr/>
      </dsp:nvSpPr>
      <dsp:spPr>
        <a:xfrm rot="5400000">
          <a:off x="3191227" y="2023443"/>
          <a:ext cx="1603148" cy="139473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3512778" y="2169063"/>
        <a:ext cx="960045" cy="1103500"/>
      </dsp:txXfrm>
    </dsp:sp>
    <dsp:sp modelId="{4D07C69F-2B39-455D-8EF8-0D4BF97D2503}">
      <dsp:nvSpPr>
        <dsp:cNvPr id="0" name=""/>
        <dsp:cNvSpPr/>
      </dsp:nvSpPr>
      <dsp:spPr>
        <a:xfrm rot="5400000">
          <a:off x="2451972" y="3340125"/>
          <a:ext cx="1603148" cy="139473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Age is moderately associated with longer sleep duration </a:t>
          </a:r>
          <a:endParaRPr lang="en-US" sz="1200" kern="1200" dirty="0"/>
        </a:p>
      </dsp:txBody>
      <dsp:txXfrm rot="-5400000">
        <a:off x="2773523" y="3485745"/>
        <a:ext cx="960045" cy="1103500"/>
      </dsp:txXfrm>
    </dsp:sp>
    <dsp:sp modelId="{8B58C3D9-31BD-4AEA-8D59-317485460FC7}">
      <dsp:nvSpPr>
        <dsp:cNvPr id="0" name=""/>
        <dsp:cNvSpPr/>
      </dsp:nvSpPr>
      <dsp:spPr>
        <a:xfrm>
          <a:off x="3982220" y="3600621"/>
          <a:ext cx="1789113" cy="96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3982220" y="3600621"/>
        <a:ext cx="1789113" cy="961889"/>
      </dsp:txXfrm>
    </dsp:sp>
    <dsp:sp modelId="{30649C1F-2FED-4D50-8A37-923BE21293E5}">
      <dsp:nvSpPr>
        <dsp:cNvPr id="0" name=""/>
        <dsp:cNvSpPr/>
      </dsp:nvSpPr>
      <dsp:spPr>
        <a:xfrm rot="5400000">
          <a:off x="934635" y="3384196"/>
          <a:ext cx="1603148" cy="139473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1256186" y="3529816"/>
        <a:ext cx="960045" cy="1103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47B23-A9C6-4985-8F46-1721DCC2B136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A26F4-DBE6-4A47-B88C-9FB481385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63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A26F4-DBE6-4A47-B88C-9FB481385E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76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9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9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2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3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22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3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89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9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6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58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4288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44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62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06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2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0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8F4F034-52B8-4EA1-B334-396F1EB215C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982E1-2806-4DD6-807D-4DFF22B72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2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Sleep health and         lifestyle dataset</a:t>
            </a:r>
            <a:endParaRPr lang="en-US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98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INTRODUCTION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of sleep health and lifestyle factors using 374 records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STUDY OF 13 </a:t>
            </a:r>
            <a:r>
              <a:rPr lang="en-US" dirty="0"/>
              <a:t>columns including Age, Occupation, Sleep Duration, Stress Level, Daily Steps and Sleep Disorder.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Data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GENDER - Male , Female</a:t>
            </a:r>
          </a:p>
          <a:p>
            <a:r>
              <a:rPr lang="en-US" dirty="0" smtClean="0"/>
              <a:t>AGE RANGE – 27-59 Years</a:t>
            </a:r>
          </a:p>
          <a:p>
            <a:r>
              <a:rPr lang="en-US" dirty="0" smtClean="0"/>
              <a:t>OCCUPATION – accountant , doctor , engineer , lawyer , manager , nurse , sales representative , sales person , scientist , software engineer , teacher</a:t>
            </a:r>
          </a:p>
          <a:p>
            <a:r>
              <a:rPr lang="en-US" dirty="0" smtClean="0"/>
              <a:t>SLEEP DURATION – 5.8-8.5 Hours</a:t>
            </a:r>
          </a:p>
          <a:p>
            <a:r>
              <a:rPr lang="en-US" dirty="0" smtClean="0"/>
              <a:t>STRESS LEVEL – 3-8 </a:t>
            </a:r>
          </a:p>
          <a:p>
            <a:r>
              <a:rPr lang="en-US" dirty="0"/>
              <a:t> </a:t>
            </a:r>
            <a:r>
              <a:rPr lang="en-US" dirty="0" smtClean="0"/>
              <a:t>DAILY STEPS- 3000–10000</a:t>
            </a:r>
          </a:p>
          <a:p>
            <a:r>
              <a:rPr lang="en-US" dirty="0"/>
              <a:t>SLEEP DISORDER DISTRIBUTION - No Disorder: 219 , Sleep Apnea: 78, </a:t>
            </a:r>
            <a:r>
              <a:rPr lang="en-US" dirty="0" smtClean="0"/>
              <a:t>                     Insomnia</a:t>
            </a:r>
            <a:r>
              <a:rPr lang="en-US" dirty="0"/>
              <a:t>: 77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77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Gender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848" y="1542361"/>
            <a:ext cx="5638858" cy="5003494"/>
          </a:xfrm>
        </p:spPr>
      </p:pic>
    </p:spTree>
    <p:extLst>
      <p:ext uri="{BB962C8B-B14F-4D97-AF65-F5344CB8AC3E}">
        <p14:creationId xmlns:p14="http://schemas.microsoft.com/office/powerpoint/2010/main" val="1734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Sleep Duration Analysis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724" y="1322023"/>
            <a:ext cx="6573495" cy="5316971"/>
          </a:xfrm>
        </p:spPr>
      </p:pic>
    </p:spTree>
    <p:extLst>
      <p:ext uri="{BB962C8B-B14F-4D97-AF65-F5344CB8AC3E}">
        <p14:creationId xmlns:p14="http://schemas.microsoft.com/office/powerpoint/2010/main" val="134295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710" y="1429002"/>
            <a:ext cx="6278134" cy="5094820"/>
          </a:xfrm>
        </p:spPr>
      </p:pic>
    </p:spTree>
    <p:extLst>
      <p:ext uri="{BB962C8B-B14F-4D97-AF65-F5344CB8AC3E}">
        <p14:creationId xmlns:p14="http://schemas.microsoft.com/office/powerpoint/2010/main" val="151573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Sleep </a:t>
            </a:r>
            <a:r>
              <a:rPr lang="en-US" u="sng" dirty="0" smtClean="0"/>
              <a:t>Duration </a:t>
            </a:r>
            <a:r>
              <a:rPr lang="en-US" u="sng" dirty="0" err="1"/>
              <a:t>vs</a:t>
            </a:r>
            <a:r>
              <a:rPr lang="en-US" u="sng" dirty="0"/>
              <a:t> </a:t>
            </a:r>
            <a:r>
              <a:rPr lang="en-US" u="sng" dirty="0" smtClean="0"/>
              <a:t>Sleep quality</a:t>
            </a:r>
            <a:endParaRPr lang="en-US" u="sn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221498"/>
            <a:ext cx="6560967" cy="5398265"/>
          </a:xfrm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00757907"/>
              </p:ext>
            </p:extLst>
          </p:nvPr>
        </p:nvGraphicFramePr>
        <p:xfrm>
          <a:off x="7427415" y="1619479"/>
          <a:ext cx="4605452" cy="404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641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Stress Level </a:t>
            </a:r>
            <a:r>
              <a:rPr lang="en-US" u="sng" dirty="0" err="1"/>
              <a:t>vs</a:t>
            </a:r>
            <a:r>
              <a:rPr lang="en-US" u="sng" dirty="0"/>
              <a:t> Sleep Quality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24" y="1311007"/>
            <a:ext cx="6718458" cy="5393692"/>
          </a:xfrm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081874874"/>
              </p:ext>
            </p:extLst>
          </p:nvPr>
        </p:nvGraphicFramePr>
        <p:xfrm>
          <a:off x="7899094" y="1531345"/>
          <a:ext cx="3621281" cy="4538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472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Daily Steps </a:t>
            </a:r>
            <a:r>
              <a:rPr lang="en-US" u="sng" dirty="0" err="1"/>
              <a:t>vs</a:t>
            </a:r>
            <a:r>
              <a:rPr lang="en-US" u="sng" dirty="0"/>
              <a:t> Sleep Quality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152983"/>
            <a:ext cx="6600396" cy="5419646"/>
          </a:xfr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727507163"/>
              </p:ext>
            </p:extLst>
          </p:nvPr>
        </p:nvGraphicFramePr>
        <p:xfrm>
          <a:off x="7557571" y="1399142"/>
          <a:ext cx="4265976" cy="5154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595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Sleep </a:t>
            </a:r>
            <a:r>
              <a:rPr lang="en-US" dirty="0" smtClean="0"/>
              <a:t>Disorders 	Distribution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612" y="1344058"/>
            <a:ext cx="5017407" cy="5205559"/>
          </a:xfrm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077971808"/>
              </p:ext>
            </p:extLst>
          </p:nvPr>
        </p:nvGraphicFramePr>
        <p:xfrm>
          <a:off x="7050795" y="1694758"/>
          <a:ext cx="4023605" cy="4504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7834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Occupation-wise Sleep Duration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42" y="1152983"/>
            <a:ext cx="7906828" cy="5445845"/>
          </a:xfrm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599734999"/>
              </p:ext>
            </p:extLst>
          </p:nvPr>
        </p:nvGraphicFramePr>
        <p:xfrm>
          <a:off x="7623127" y="0"/>
          <a:ext cx="5149552" cy="7100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7997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77" y="1134737"/>
            <a:ext cx="7618222" cy="5521287"/>
          </a:xfrm>
        </p:spPr>
      </p:pic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03312" y="501759"/>
            <a:ext cx="5833648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Disorders by Occupation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744407687"/>
              </p:ext>
            </p:extLst>
          </p:nvPr>
        </p:nvGraphicFramePr>
        <p:xfrm>
          <a:off x="7293166" y="209320"/>
          <a:ext cx="5824252" cy="7018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818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Correlation</a:t>
            </a:r>
            <a:r>
              <a:rPr lang="en-US" dirty="0"/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47" y="1152983"/>
            <a:ext cx="6977327" cy="5675152"/>
          </a:xfr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241436153"/>
              </p:ext>
            </p:extLst>
          </p:nvPr>
        </p:nvGraphicFramePr>
        <p:xfrm>
          <a:off x="7165167" y="899594"/>
          <a:ext cx="5771334" cy="5441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998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</a:t>
            </a:r>
            <a:r>
              <a:rPr lang="en-US" dirty="0" smtClean="0"/>
              <a:t>Insights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601270"/>
          </a:xfrm>
        </p:spPr>
        <p:txBody>
          <a:bodyPr/>
          <a:lstStyle/>
          <a:p>
            <a:r>
              <a:rPr lang="en-US" dirty="0"/>
              <a:t>Highest Sleep Duration → Nurse</a:t>
            </a:r>
          </a:p>
          <a:p>
            <a:endParaRPr lang="en-US" dirty="0" smtClean="0"/>
          </a:p>
          <a:p>
            <a:r>
              <a:rPr lang="en-US" dirty="0" smtClean="0"/>
              <a:t>⚠ </a:t>
            </a:r>
            <a:r>
              <a:rPr lang="en-US" dirty="0"/>
              <a:t>Highest Stress Level → Salesperson</a:t>
            </a:r>
          </a:p>
          <a:p>
            <a:endParaRPr lang="en-US" dirty="0" smtClean="0"/>
          </a:p>
          <a:p>
            <a:r>
              <a:rPr lang="en-US" dirty="0" smtClean="0"/>
              <a:t>😴 </a:t>
            </a:r>
            <a:r>
              <a:rPr lang="en-US" dirty="0"/>
              <a:t>Most Sleep Apnea Cases → Nurse</a:t>
            </a:r>
          </a:p>
          <a:p>
            <a:endParaRPr lang="en-US" dirty="0" smtClean="0"/>
          </a:p>
          <a:p>
            <a:r>
              <a:rPr lang="en-US" dirty="0" smtClean="0"/>
              <a:t>🌙 </a:t>
            </a:r>
            <a:r>
              <a:rPr lang="en-US" dirty="0"/>
              <a:t>Most Insomnia Cases → Salesperson</a:t>
            </a:r>
          </a:p>
          <a:p>
            <a:endParaRPr lang="en-US" dirty="0" smtClean="0"/>
          </a:p>
          <a:p>
            <a:r>
              <a:rPr lang="en-US" dirty="0" smtClean="0"/>
              <a:t>💤 </a:t>
            </a:r>
            <a:r>
              <a:rPr lang="en-US" dirty="0"/>
              <a:t>Lowest Sleep Duration → Manager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90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08464"/>
            <a:ext cx="8946541" cy="4639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Longer sleep duration improves sleep </a:t>
            </a:r>
            <a:r>
              <a:rPr lang="en-US" dirty="0" smtClean="0"/>
              <a:t>quality.</a:t>
            </a:r>
          </a:p>
          <a:p>
            <a:r>
              <a:rPr lang="en-US" dirty="0"/>
              <a:t>Higher stress reduces sleep quality.</a:t>
            </a:r>
          </a:p>
          <a:p>
            <a:r>
              <a:rPr lang="en-US" dirty="0"/>
              <a:t>Physical activity is linked to better sleep.</a:t>
            </a:r>
          </a:p>
          <a:p>
            <a:r>
              <a:rPr lang="en-US" dirty="0"/>
              <a:t>Sleep duration differs across occupations, suggesting work-life effects.</a:t>
            </a:r>
          </a:p>
          <a:p>
            <a:r>
              <a:rPr lang="en-US" dirty="0"/>
              <a:t>Healthy sleep habits, lower stress, and regular activity support better sleep health.</a:t>
            </a:r>
          </a:p>
          <a:p>
            <a:r>
              <a:rPr lang="en-US" dirty="0"/>
              <a:t>Stress has the strongest impact on sleep quality (</a:t>
            </a:r>
            <a:r>
              <a:rPr lang="en-US" b="1" dirty="0"/>
              <a:t>r = -0.899</a:t>
            </a:r>
            <a:r>
              <a:rPr lang="en-US" dirty="0" smtClean="0"/>
              <a:t>).</a:t>
            </a:r>
          </a:p>
          <a:p>
            <a:r>
              <a:rPr lang="en-US" dirty="0" smtClean="0"/>
              <a:t>Accountants </a:t>
            </a:r>
            <a:r>
              <a:rPr lang="en-US" dirty="0"/>
              <a:t>and Lawyers show the healthiest lifestyle patterns.</a:t>
            </a:r>
          </a:p>
          <a:p>
            <a:r>
              <a:rPr lang="en-US" dirty="0"/>
              <a:t>Physical activity slightly improves sleep quality (</a:t>
            </a:r>
            <a:r>
              <a:rPr lang="en-US" b="1" dirty="0"/>
              <a:t>r = 0.193</a:t>
            </a:r>
            <a:r>
              <a:rPr lang="en-US" dirty="0"/>
              <a:t>).</a:t>
            </a:r>
          </a:p>
          <a:p>
            <a:r>
              <a:rPr lang="en-US" dirty="0"/>
              <a:t>Salespersons are most vulnerable to Insomnia.</a:t>
            </a:r>
          </a:p>
          <a:p>
            <a:r>
              <a:rPr lang="en-US" dirty="0"/>
              <a:t>Nurses are most vulnerable to Sleep Apnea.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90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Conclusion</a:t>
            </a:r>
            <a:endParaRPr lang="en-US" u="sng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1311008" y="1853248"/>
            <a:ext cx="824061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quality improves with longer sleep duration.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Stress is the strongest factor affecting sleep quality.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 activity contributes positively to sleep health.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Nurses show the highest sleep duration but also the highest sleep apnea cases.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Salespersons are most vulnerable to insomnia.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 sleep habits and stress management are essential for better well-being. </a:t>
            </a:r>
          </a:p>
        </p:txBody>
      </p:sp>
    </p:spTree>
    <p:extLst>
      <p:ext uri="{BB962C8B-B14F-4D97-AF65-F5344CB8AC3E}">
        <p14:creationId xmlns:p14="http://schemas.microsoft.com/office/powerpoint/2010/main" val="246763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 7–8 hours of sleep daily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Reduce </a:t>
            </a:r>
            <a:r>
              <a:rPr lang="en-US" dirty="0"/>
              <a:t>stress through meditation and exercise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Increase </a:t>
            </a:r>
            <a:r>
              <a:rPr lang="en-US" dirty="0"/>
              <a:t>physical activity levels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Monitor </a:t>
            </a:r>
            <a:r>
              <a:rPr lang="en-US" dirty="0"/>
              <a:t>BMI to reduce sleep disorder risk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Encourage </a:t>
            </a:r>
            <a:r>
              <a:rPr lang="en-US" dirty="0"/>
              <a:t>healthy work-life balance in high-stress occupations.</a:t>
            </a:r>
          </a:p>
        </p:txBody>
      </p:sp>
    </p:spTree>
    <p:extLst>
      <p:ext uri="{BB962C8B-B14F-4D97-AF65-F5344CB8AC3E}">
        <p14:creationId xmlns:p14="http://schemas.microsoft.com/office/powerpoint/2010/main" val="182332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PRESENTED BY – DHEERAJ KUMAR</a:t>
            </a:r>
          </a:p>
          <a:p>
            <a:r>
              <a:rPr lang="en-US" dirty="0" smtClean="0"/>
              <a:t>ROLL NO -2420404</a:t>
            </a:r>
          </a:p>
          <a:p>
            <a:r>
              <a:rPr lang="en-US" dirty="0" smtClean="0"/>
              <a:t>COURSE – B.TECH</a:t>
            </a:r>
          </a:p>
          <a:p>
            <a:r>
              <a:rPr lang="en-US" dirty="0" smtClean="0"/>
              <a:t>BRANCH – CSE DATA SCIENCE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53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170</TotalTime>
  <Words>510</Words>
  <Application>Microsoft Office PowerPoint</Application>
  <PresentationFormat>Widescreen</PresentationFormat>
  <Paragraphs>96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Wingdings 3</vt:lpstr>
      <vt:lpstr>Ion</vt:lpstr>
      <vt:lpstr>Sleep health and         lifestyle dataset</vt:lpstr>
      <vt:lpstr>INTRODUCTION</vt:lpstr>
      <vt:lpstr>Data summary</vt:lpstr>
      <vt:lpstr>Gender Distribution</vt:lpstr>
      <vt:lpstr>Sleep Duration Analysis</vt:lpstr>
      <vt:lpstr>Age Distribution</vt:lpstr>
      <vt:lpstr>Sleep Duration vs Sleep quality</vt:lpstr>
      <vt:lpstr>Stress Level vs Sleep Quality</vt:lpstr>
      <vt:lpstr>Daily Steps vs Sleep Quality</vt:lpstr>
      <vt:lpstr>Sleep Disorders  Distribution</vt:lpstr>
      <vt:lpstr>Occupation-wise Sleep Duration</vt:lpstr>
      <vt:lpstr>Sleep Disorders by Occupation </vt:lpstr>
      <vt:lpstr>Correlation </vt:lpstr>
      <vt:lpstr>Top Insights </vt:lpstr>
      <vt:lpstr>Key Findings</vt:lpstr>
      <vt:lpstr>Conclusion</vt:lpstr>
      <vt:lpstr>Recommendations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health and         lifestyle dataset</dc:title>
  <dc:creator>cgc</dc:creator>
  <cp:lastModifiedBy>cgc</cp:lastModifiedBy>
  <cp:revision>18</cp:revision>
  <dcterms:created xsi:type="dcterms:W3CDTF">2026-06-18T05:32:45Z</dcterms:created>
  <dcterms:modified xsi:type="dcterms:W3CDTF">2026-06-18T10:11:24Z</dcterms:modified>
</cp:coreProperties>
</file>